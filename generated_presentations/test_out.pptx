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Arial"/>
              </a:defRPr>
            </a:pPr>
            <a:r>
              <a:t>O'ZBEKISTONNING ENG YANGI TARIXI</a:t>
            </a:r>
          </a:p>
          <a:p>
            <a:pPr>
              <a:spcBef>
                <a:spcPts val="1400"/>
              </a:spcBef>
              <a:defRPr sz="3400" b="1">
                <a:solidFill>
                  <a:srgbClr val="FFFFFF"/>
                </a:solidFill>
                <a:latin typeface="Arial"/>
              </a:defRPr>
            </a:pPr>
            <a:r>
              <a:t>Yangi O'zbekiston Taraqqiyot Strategiyasi va Inson Qadri Tamoyili</a:t>
            </a:r>
          </a:p>
          <a:p>
            <a:pPr>
              <a:spcBef>
                <a:spcPts val="2000"/>
              </a:spcBef>
              <a:defRPr sz="1600">
                <a:solidFill>
                  <a:srgbClr val="C8DCF5"/>
                </a:solidFill>
                <a:latin typeface="Arial"/>
              </a:defRPr>
            </a:pPr>
            <a:r>
              <a:t>Inson qadrini ulug'lash va erkin jamiyatni rivojlantirishga qaratilgan strategik islohotlar tahlili</a:t>
            </a:r>
          </a:p>
          <a:p>
            <a:pPr>
              <a:spcBef>
                <a:spcPts val="40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Fan: Tarix / Ijtimoiy fanlar  |  Mustaqil ish / Taqdimot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