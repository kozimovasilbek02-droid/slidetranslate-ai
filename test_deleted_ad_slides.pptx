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7556500" cx="10693400"/>
  <p:notesSz cx="6858000" cy="9144000"/>
  <p:embeddedFontLst>
    <p:embeddedFont>
      <p:font typeface="Exo 2 Light"/>
      <p:regular r:id="rId9"/>
      <p:bold r:id="rId10"/>
      <p:italic r:id="rId11"/>
      <p:boldItalic r:id="rId12"/>
    </p:embeddedFont>
    <p:embeddedFont>
      <p:font typeface="Exo 2 SemiBold"/>
      <p:regular r:id="rId13"/>
      <p:bold r:id="rId14"/>
      <p:italic r:id="rId15"/>
      <p:boldItalic r:id="rId16"/>
    </p:embeddedFont>
    <p:embeddedFont>
      <p:font typeface="Exo 2 Medium"/>
      <p:regular r:id="rId17"/>
      <p:bold r:id="rId18"/>
      <p:italic r:id="rId19"/>
      <p:boldItalic r:id="rId20"/>
    </p:embeddedFont>
    <p:embeddedFont>
      <p:font typeface="Exo 2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9" Type="http://schemas.openxmlformats.org/officeDocument/2006/relationships/font" Target="fonts/Exo2Light-regular.fntdata"/><Relationship Id="rId10" Type="http://schemas.openxmlformats.org/officeDocument/2006/relationships/font" Target="fonts/Exo2Light-bold.fntdata"/><Relationship Id="rId11" Type="http://schemas.openxmlformats.org/officeDocument/2006/relationships/font" Target="fonts/Exo2Light-italic.fntdata"/><Relationship Id="rId12" Type="http://schemas.openxmlformats.org/officeDocument/2006/relationships/font" Target="fonts/Exo2Light-boldItalic.fntdata"/><Relationship Id="rId13" Type="http://schemas.openxmlformats.org/officeDocument/2006/relationships/font" Target="fonts/Exo2SemiBold-regular.fntdata"/><Relationship Id="rId14" Type="http://schemas.openxmlformats.org/officeDocument/2006/relationships/font" Target="fonts/Exo2SemiBold-bold.fntdata"/><Relationship Id="rId15" Type="http://schemas.openxmlformats.org/officeDocument/2006/relationships/font" Target="fonts/Exo2SemiBold-italic.fntdata"/><Relationship Id="rId16" Type="http://schemas.openxmlformats.org/officeDocument/2006/relationships/font" Target="fonts/Exo2SemiBold-boldItalic.fntdata"/><Relationship Id="rId17" Type="http://schemas.openxmlformats.org/officeDocument/2006/relationships/font" Target="fonts/Exo2Medium-regular.fntdata"/><Relationship Id="rId18" Type="http://schemas.openxmlformats.org/officeDocument/2006/relationships/font" Target="fonts/Exo2Medium-bold.fntdata"/><Relationship Id="rId19" Type="http://schemas.openxmlformats.org/officeDocument/2006/relationships/font" Target="fonts/Exo2Medium-italic.fntdata"/><Relationship Id="rId20" Type="http://schemas.openxmlformats.org/officeDocument/2006/relationships/font" Target="fonts/Exo2Medium-boldItalic.fntdata"/><Relationship Id="rId21" Type="http://schemas.openxmlformats.org/officeDocument/2006/relationships/font" Target="fonts/Exo2-regular.fntdata"/><Relationship Id="rId22" Type="http://schemas.openxmlformats.org/officeDocument/2006/relationships/font" Target="fonts/Exo2-bold.fntdata"/><Relationship Id="rId23" Type="http://schemas.openxmlformats.org/officeDocument/2006/relationships/font" Target="fonts/Exo2-italic.fntdata"/><Relationship Id="rId24" Type="http://schemas.openxmlformats.org/officeDocument/2006/relationships/font" Target="fonts/Exo2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" name="Google Shape;14;p3"/>
          <p:cNvGrpSpPr/>
          <p:nvPr/>
        </p:nvGrpSpPr>
        <p:grpSpPr>
          <a:xfrm>
            <a:off x="5066911" y="629153"/>
            <a:ext cx="1725168" cy="1725168"/>
            <a:chOff x="0" y="0"/>
            <a:chExt cx="812800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4989997" y="629153"/>
            <a:ext cx="1725168" cy="172516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2A4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2614781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48209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718437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9051697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3"/>
          <p:cNvSpPr/>
          <p:nvPr/>
        </p:nvSpPr>
        <p:spPr>
          <a:xfrm rot="3071026">
            <a:off x="9215245" y="-393815"/>
            <a:ext cx="3197237" cy="2773603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" name="Google Shape;24;p3"/>
          <p:cNvCxnSpPr/>
          <p:nvPr/>
        </p:nvCxnSpPr>
        <p:spPr>
          <a:xfrm>
            <a:off x="4137503" y="1501264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6792083" y="1510789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3543678" y="117815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>
            <a:off x="7644577" y="119720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8661705" y="2707162"/>
            <a:ext cx="1596611" cy="687560"/>
          </a:xfrm>
          <a:custGeom>
            <a:rect b="b" l="l" r="r" t="t"/>
            <a:pathLst>
              <a:path extrusionOk="0" h="246402" w="572180">
                <a:moveTo>
                  <a:pt x="0" y="0"/>
                </a:moveTo>
                <a:lnTo>
                  <a:pt x="572180" y="0"/>
                </a:lnTo>
                <a:lnTo>
                  <a:pt x="572180" y="246402"/>
                </a:lnTo>
                <a:lnTo>
                  <a:pt x="0" y="246402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29" name="Google Shape;29;p3"/>
          <p:cNvSpPr/>
          <p:nvPr/>
        </p:nvSpPr>
        <p:spPr>
          <a:xfrm>
            <a:off x="5126083" y="2707162"/>
            <a:ext cx="1544232" cy="686363"/>
          </a:xfrm>
          <a:custGeom>
            <a:rect b="b" l="l" r="r" t="t"/>
            <a:pathLst>
              <a:path extrusionOk="0" h="245973" w="553409">
                <a:moveTo>
                  <a:pt x="0" y="0"/>
                </a:moveTo>
                <a:lnTo>
                  <a:pt x="553409" y="0"/>
                </a:lnTo>
                <a:lnTo>
                  <a:pt x="553409" y="245973"/>
                </a:lnTo>
                <a:lnTo>
                  <a:pt x="0" y="245973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0" name="Google Shape;30;p3"/>
          <p:cNvSpPr/>
          <p:nvPr/>
        </p:nvSpPr>
        <p:spPr>
          <a:xfrm>
            <a:off x="4652412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1" name="Google Shape;31;p3"/>
          <p:cNvSpPr/>
          <p:nvPr/>
        </p:nvSpPr>
        <p:spPr>
          <a:xfrm>
            <a:off x="6510204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2" name="Google Shape;32;p3"/>
          <p:cNvSpPr/>
          <p:nvPr/>
        </p:nvSpPr>
        <p:spPr>
          <a:xfrm>
            <a:off x="2854043" y="4293898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3" name="Google Shape;33;p3"/>
          <p:cNvSpPr/>
          <p:nvPr/>
        </p:nvSpPr>
        <p:spPr>
          <a:xfrm>
            <a:off x="7406433" y="4293898"/>
            <a:ext cx="1404182" cy="721525"/>
          </a:xfrm>
          <a:custGeom>
            <a:rect b="b" l="l" r="r" t="t"/>
            <a:pathLst>
              <a:path extrusionOk="0" h="258574" w="503219">
                <a:moveTo>
                  <a:pt x="0" y="0"/>
                </a:moveTo>
                <a:lnTo>
                  <a:pt x="503219" y="0"/>
                </a:lnTo>
                <a:lnTo>
                  <a:pt x="503219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4" name="Google Shape;34;p3"/>
          <p:cNvSpPr/>
          <p:nvPr/>
        </p:nvSpPr>
        <p:spPr>
          <a:xfrm>
            <a:off x="230119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415898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6" name="Google Shape;36;p3"/>
          <p:cNvSpPr/>
          <p:nvPr/>
        </p:nvSpPr>
        <p:spPr>
          <a:xfrm>
            <a:off x="687555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7" name="Google Shape;37;p3"/>
          <p:cNvSpPr/>
          <p:nvPr/>
        </p:nvSpPr>
        <p:spPr>
          <a:xfrm>
            <a:off x="873334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8" name="Google Shape;38;p3"/>
          <p:cNvSpPr/>
          <p:nvPr/>
        </p:nvSpPr>
        <p:spPr>
          <a:xfrm>
            <a:off x="1921074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9" name="Google Shape;39;p3"/>
          <p:cNvSpPr/>
          <p:nvPr/>
        </p:nvSpPr>
        <p:spPr>
          <a:xfrm>
            <a:off x="3778866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40" name="Google Shape;40;p3"/>
          <p:cNvSpPr/>
          <p:nvPr/>
        </p:nvSpPr>
        <p:spPr>
          <a:xfrm>
            <a:off x="6485909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41" name="Google Shape;41;p3"/>
          <p:cNvSpPr/>
          <p:nvPr/>
        </p:nvSpPr>
        <p:spPr>
          <a:xfrm>
            <a:off x="8343701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42" name="Google Shape;42;p3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3" name="Google Shape;43;p3"/>
          <p:cNvCxnSpPr>
            <a:endCxn id="44" idx="1"/>
          </p:cNvCxnSpPr>
          <p:nvPr/>
        </p:nvCxnSpPr>
        <p:spPr>
          <a:xfrm flipH="1" rot="-5400000">
            <a:off x="7693755" y="2069665"/>
            <a:ext cx="1232400" cy="703500"/>
          </a:xfrm>
          <a:prstGeom prst="bentConnector3">
            <a:avLst>
              <a:gd fmla="val 99861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>
            <a:endCxn id="47" idx="0"/>
          </p:cNvCxnSpPr>
          <p:nvPr/>
        </p:nvCxnSpPr>
        <p:spPr>
          <a:xfrm>
            <a:off x="7137258" y="3978719"/>
            <a:ext cx="971100" cy="28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" name="Google Shape;48;p3"/>
          <p:cNvCxnSpPr>
            <a:endCxn id="49" idx="2"/>
          </p:cNvCxnSpPr>
          <p:nvPr/>
        </p:nvCxnSpPr>
        <p:spPr>
          <a:xfrm flipH="1" rot="10800000">
            <a:off x="5279726" y="3393600"/>
            <a:ext cx="6186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" name="Google Shape;50;p3"/>
          <p:cNvCxnSpPr>
            <a:stCxn id="49" idx="2"/>
          </p:cNvCxnSpPr>
          <p:nvPr/>
        </p:nvCxnSpPr>
        <p:spPr>
          <a:xfrm>
            <a:off x="5898326" y="3393600"/>
            <a:ext cx="5877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" name="Google Shape;51;p3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" name="Google Shape;52;p3"/>
          <p:cNvCxnSpPr>
            <a:stCxn id="53" idx="2"/>
          </p:cNvCxnSpPr>
          <p:nvPr/>
        </p:nvCxnSpPr>
        <p:spPr>
          <a:xfrm>
            <a:off x="3547597" y="5015705"/>
            <a:ext cx="622200" cy="552900"/>
          </a:xfrm>
          <a:prstGeom prst="bentConnector3">
            <a:avLst>
              <a:gd fmla="val -5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" name="Google Shape;55;p3"/>
          <p:cNvCxnSpPr>
            <a:endCxn id="49" idx="1"/>
          </p:cNvCxnSpPr>
          <p:nvPr/>
        </p:nvCxnSpPr>
        <p:spPr>
          <a:xfrm flipH="1" rot="-5400000">
            <a:off x="3872533" y="1796831"/>
            <a:ext cx="1258200" cy="1248900"/>
          </a:xfrm>
          <a:prstGeom prst="bentConnector3">
            <a:avLst>
              <a:gd fmla="val 101253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 txBox="1"/>
          <p:nvPr>
            <p:ph type="title"/>
          </p:nvPr>
        </p:nvSpPr>
        <p:spPr>
          <a:xfrm>
            <a:off x="281225" y="329600"/>
            <a:ext cx="26472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5270500" y="1191375"/>
            <a:ext cx="1248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2" type="body"/>
          </p:nvPr>
        </p:nvSpPr>
        <p:spPr>
          <a:xfrm>
            <a:off x="5305025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59" name="Google Shape;59;p3"/>
          <p:cNvSpPr txBox="1"/>
          <p:nvPr>
            <p:ph idx="3" type="body"/>
          </p:nvPr>
        </p:nvSpPr>
        <p:spPr>
          <a:xfrm>
            <a:off x="3623300" y="13569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0" name="Google Shape;60;p3"/>
          <p:cNvSpPr txBox="1"/>
          <p:nvPr>
            <p:ph idx="4" type="body"/>
          </p:nvPr>
        </p:nvSpPr>
        <p:spPr>
          <a:xfrm>
            <a:off x="6592938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1" name="Google Shape;61;p3"/>
          <p:cNvSpPr txBox="1"/>
          <p:nvPr>
            <p:ph idx="5" type="body"/>
          </p:nvPr>
        </p:nvSpPr>
        <p:spPr>
          <a:xfrm>
            <a:off x="7721575" y="134742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2" name="Google Shape;62;p3"/>
          <p:cNvSpPr txBox="1"/>
          <p:nvPr>
            <p:ph idx="6" type="body"/>
          </p:nvPr>
        </p:nvSpPr>
        <p:spPr>
          <a:xfrm>
            <a:off x="4766900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3" name="Google Shape;63;p3"/>
          <p:cNvSpPr txBox="1"/>
          <p:nvPr>
            <p:ph idx="7" type="body"/>
          </p:nvPr>
        </p:nvSpPr>
        <p:spPr>
          <a:xfrm>
            <a:off x="6970425" y="5468188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4" name="Google Shape;64;p3"/>
          <p:cNvSpPr txBox="1"/>
          <p:nvPr>
            <p:ph idx="8" type="body"/>
          </p:nvPr>
        </p:nvSpPr>
        <p:spPr>
          <a:xfrm>
            <a:off x="8818725" y="54681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5" name="Google Shape;65;p3"/>
          <p:cNvSpPr txBox="1"/>
          <p:nvPr>
            <p:ph idx="9" type="body"/>
          </p:nvPr>
        </p:nvSpPr>
        <p:spPr>
          <a:xfrm>
            <a:off x="2396075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6" name="Google Shape;66;p3"/>
          <p:cNvSpPr txBox="1"/>
          <p:nvPr>
            <p:ph idx="13" type="body"/>
          </p:nvPr>
        </p:nvSpPr>
        <p:spPr>
          <a:xfrm>
            <a:off x="4253888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7" name="Google Shape;67;p3"/>
          <p:cNvSpPr txBox="1"/>
          <p:nvPr>
            <p:ph idx="14" type="body"/>
          </p:nvPr>
        </p:nvSpPr>
        <p:spPr>
          <a:xfrm>
            <a:off x="8835563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8" name="Google Shape;68;p3"/>
          <p:cNvSpPr txBox="1"/>
          <p:nvPr>
            <p:ph idx="15" type="body"/>
          </p:nvPr>
        </p:nvSpPr>
        <p:spPr>
          <a:xfrm>
            <a:off x="2923300" y="444541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9" name="Google Shape;69;p3"/>
          <p:cNvSpPr txBox="1"/>
          <p:nvPr>
            <p:ph idx="16" type="body"/>
          </p:nvPr>
        </p:nvSpPr>
        <p:spPr>
          <a:xfrm>
            <a:off x="7484075" y="4432275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0" name="Google Shape;70;p3"/>
          <p:cNvSpPr txBox="1"/>
          <p:nvPr>
            <p:ph idx="17" type="body"/>
          </p:nvPr>
        </p:nvSpPr>
        <p:spPr>
          <a:xfrm>
            <a:off x="84129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1" name="Google Shape;71;p3"/>
          <p:cNvSpPr txBox="1"/>
          <p:nvPr>
            <p:ph idx="18" type="body"/>
          </p:nvPr>
        </p:nvSpPr>
        <p:spPr>
          <a:xfrm>
            <a:off x="65551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2" name="Google Shape;72;p3"/>
          <p:cNvSpPr txBox="1"/>
          <p:nvPr>
            <p:ph idx="19" type="body"/>
          </p:nvPr>
        </p:nvSpPr>
        <p:spPr>
          <a:xfrm>
            <a:off x="384812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3" name="Google Shape;73;p3"/>
          <p:cNvSpPr txBox="1"/>
          <p:nvPr>
            <p:ph idx="20" type="body"/>
          </p:nvPr>
        </p:nvSpPr>
        <p:spPr>
          <a:xfrm>
            <a:off x="1990338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6" name="Google Shape;11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2" name="Google Shape;12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i="0" sz="4000" u="none" cap="none" strike="noStrike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FFFDEF"/>
              </a:buClr>
              <a:buSzPts val="1500"/>
              <a:buFont typeface="Exo 2"/>
              <a:buChar char="•"/>
              <a:defRPr b="1" i="0" sz="15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29845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29845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2984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»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29845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29845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29845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29845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4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4" name="Google Shape;144;p14"/>
          <p:cNvGrpSpPr/>
          <p:nvPr/>
        </p:nvGrpSpPr>
        <p:grpSpPr>
          <a:xfrm>
            <a:off x="5066911" y="629153"/>
            <a:ext cx="1725172" cy="1725172"/>
            <a:chOff x="0" y="0"/>
            <a:chExt cx="812800" cy="812800"/>
          </a:xfrm>
        </p:grpSpPr>
        <p:sp>
          <p:nvSpPr>
            <p:cNvPr id="145" name="Google Shape;14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4"/>
          <p:cNvGrpSpPr/>
          <p:nvPr/>
        </p:nvGrpSpPr>
        <p:grpSpPr>
          <a:xfrm>
            <a:off x="4989997" y="629153"/>
            <a:ext cx="1725172" cy="1725172"/>
            <a:chOff x="0" y="0"/>
            <a:chExt cx="812800" cy="812800"/>
          </a:xfrm>
        </p:grpSpPr>
        <p:sp>
          <p:nvSpPr>
            <p:cNvPr id="148" name="Google Shape;14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2A4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DO I WANT TO DELEGATE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THIS TASK?</a:t>
              </a:r>
              <a:endParaRPr/>
            </a:p>
          </p:txBody>
        </p:sp>
      </p:grpSp>
      <p:cxnSp>
        <p:nvCxnSpPr>
          <p:cNvPr id="150" name="Google Shape;150;p14"/>
          <p:cNvCxnSpPr/>
          <p:nvPr/>
        </p:nvCxnSpPr>
        <p:spPr>
          <a:xfrm>
            <a:off x="2614781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14"/>
          <p:cNvCxnSpPr/>
          <p:nvPr/>
        </p:nvCxnSpPr>
        <p:spPr>
          <a:xfrm>
            <a:off x="448209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718437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9051697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14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4"/>
          <p:cNvSpPr/>
          <p:nvPr/>
        </p:nvSpPr>
        <p:spPr>
          <a:xfrm rot="3071513">
            <a:off x="9216751" y="-394610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6" name="Google Shape;156;p14"/>
          <p:cNvCxnSpPr/>
          <p:nvPr/>
        </p:nvCxnSpPr>
        <p:spPr>
          <a:xfrm>
            <a:off x="4137503" y="1501264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6792083" y="1510789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58" name="Google Shape;158;p14"/>
          <p:cNvGrpSpPr/>
          <p:nvPr/>
        </p:nvGrpSpPr>
        <p:grpSpPr>
          <a:xfrm>
            <a:off x="3543678" y="1178154"/>
            <a:ext cx="627169" cy="627169"/>
            <a:chOff x="0" y="0"/>
            <a:chExt cx="812800" cy="812800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60" name="Google Shape;16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 Medium"/>
                  <a:ea typeface="Exo 2 Medium"/>
                  <a:cs typeface="Exo 2 Medium"/>
                  <a:sym typeface="Exo 2 Medium"/>
                </a:rPr>
                <a:t>YES</a:t>
              </a: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7644577" y="1197204"/>
            <a:ext cx="627169" cy="627169"/>
            <a:chOff x="0" y="0"/>
            <a:chExt cx="812800" cy="812800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63" name="Google Shape;16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NO</a:t>
              </a:r>
              <a:endParaRPr/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8661705" y="2680584"/>
            <a:ext cx="1596584" cy="714128"/>
            <a:chOff x="0" y="-9525"/>
            <a:chExt cx="572180" cy="255927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572180" cy="246402"/>
            </a:xfrm>
            <a:custGeom>
              <a:rect b="b" l="l" r="r" t="t"/>
              <a:pathLst>
                <a:path extrusionOk="0" h="246402" w="572180">
                  <a:moveTo>
                    <a:pt x="0" y="0"/>
                  </a:moveTo>
                  <a:lnTo>
                    <a:pt x="572180" y="0"/>
                  </a:lnTo>
                  <a:lnTo>
                    <a:pt x="572180" y="246402"/>
                  </a:lnTo>
                  <a:lnTo>
                    <a:pt x="0" y="246402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66" name="Google Shape;166;p14"/>
            <p:cNvSpPr txBox="1"/>
            <p:nvPr/>
          </p:nvSpPr>
          <p:spPr>
            <a:xfrm>
              <a:off x="0" y="-9525"/>
              <a:ext cx="572180" cy="255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It's best that I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do this myself.</a:t>
              </a: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5126083" y="2707162"/>
            <a:ext cx="1544208" cy="686353"/>
            <a:chOff x="0" y="0"/>
            <a:chExt cx="553409" cy="245973"/>
          </a:xfrm>
        </p:grpSpPr>
        <p:sp>
          <p:nvSpPr>
            <p:cNvPr id="168" name="Google Shape;168;p14"/>
            <p:cNvSpPr/>
            <p:nvPr/>
          </p:nvSpPr>
          <p:spPr>
            <a:xfrm>
              <a:off x="0" y="0"/>
              <a:ext cx="553409" cy="245973"/>
            </a:xfrm>
            <a:custGeom>
              <a:rect b="b" l="l" r="r" t="t"/>
              <a:pathLst>
                <a:path extrusionOk="0" h="245973" w="553409">
                  <a:moveTo>
                    <a:pt x="0" y="0"/>
                  </a:moveTo>
                  <a:lnTo>
                    <a:pt x="553409" y="0"/>
                  </a:lnTo>
                  <a:lnTo>
                    <a:pt x="553409" y="245973"/>
                  </a:lnTo>
                  <a:lnTo>
                    <a:pt x="0" y="245973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69" name="Google Shape;169;p14"/>
            <p:cNvSpPr txBox="1"/>
            <p:nvPr/>
          </p:nvSpPr>
          <p:spPr>
            <a:xfrm>
              <a:off x="0" y="0"/>
              <a:ext cx="553409" cy="245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Can I pass it to my team?</a:t>
              </a: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4652412" y="3666729"/>
            <a:ext cx="627169" cy="627169"/>
            <a:chOff x="0" y="0"/>
            <a:chExt cx="812800" cy="812800"/>
          </a:xfrm>
        </p:grpSpPr>
        <p:sp>
          <p:nvSpPr>
            <p:cNvPr id="171" name="Google Shape;17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72" name="Google Shape;172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YES</a:t>
              </a:r>
              <a:endParaRPr/>
            </a:p>
          </p:txBody>
        </p:sp>
      </p:grpSp>
      <p:grpSp>
        <p:nvGrpSpPr>
          <p:cNvPr id="173" name="Google Shape;173;p14"/>
          <p:cNvGrpSpPr/>
          <p:nvPr/>
        </p:nvGrpSpPr>
        <p:grpSpPr>
          <a:xfrm>
            <a:off x="6510204" y="3666729"/>
            <a:ext cx="627169" cy="627169"/>
            <a:chOff x="0" y="0"/>
            <a:chExt cx="812800" cy="812800"/>
          </a:xfrm>
        </p:grpSpPr>
        <p:sp>
          <p:nvSpPr>
            <p:cNvPr id="174" name="Google Shape;17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75" name="Google Shape;175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NO</a:t>
              </a:r>
              <a:endParaRPr/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2854043" y="4267320"/>
            <a:ext cx="1387415" cy="748090"/>
            <a:chOff x="0" y="-9525"/>
            <a:chExt cx="497218" cy="268099"/>
          </a:xfrm>
        </p:grpSpPr>
        <p:sp>
          <p:nvSpPr>
            <p:cNvPr id="177" name="Google Shape;177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78" name="Google Shape;178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Can I train someone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for this?</a:t>
              </a:r>
              <a:endParaRPr/>
            </a:p>
          </p:txBody>
        </p:sp>
      </p:grpSp>
      <p:grpSp>
        <p:nvGrpSpPr>
          <p:cNvPr id="179" name="Google Shape;179;p14"/>
          <p:cNvGrpSpPr/>
          <p:nvPr/>
        </p:nvGrpSpPr>
        <p:grpSpPr>
          <a:xfrm>
            <a:off x="7406433" y="4267320"/>
            <a:ext cx="1404160" cy="748090"/>
            <a:chOff x="0" y="-9525"/>
            <a:chExt cx="503219" cy="268099"/>
          </a:xfrm>
        </p:grpSpPr>
        <p:sp>
          <p:nvSpPr>
            <p:cNvPr id="180" name="Google Shape;180;p14"/>
            <p:cNvSpPr/>
            <p:nvPr/>
          </p:nvSpPr>
          <p:spPr>
            <a:xfrm>
              <a:off x="0" y="0"/>
              <a:ext cx="503219" cy="258574"/>
            </a:xfrm>
            <a:custGeom>
              <a:rect b="b" l="l" r="r" t="t"/>
              <a:pathLst>
                <a:path extrusionOk="0" h="258574" w="503219">
                  <a:moveTo>
                    <a:pt x="0" y="0"/>
                  </a:moveTo>
                  <a:lnTo>
                    <a:pt x="503219" y="0"/>
                  </a:lnTo>
                  <a:lnTo>
                    <a:pt x="503219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81" name="Google Shape;181;p14"/>
            <p:cNvSpPr txBox="1"/>
            <p:nvPr/>
          </p:nvSpPr>
          <p:spPr>
            <a:xfrm>
              <a:off x="0" y="-9525"/>
              <a:ext cx="503219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Can I pass it to another team?</a:t>
              </a:r>
              <a:endParaRPr/>
            </a:p>
          </p:txBody>
        </p:sp>
      </p:grpSp>
      <p:grpSp>
        <p:nvGrpSpPr>
          <p:cNvPr id="182" name="Google Shape;182;p14"/>
          <p:cNvGrpSpPr/>
          <p:nvPr/>
        </p:nvGrpSpPr>
        <p:grpSpPr>
          <a:xfrm>
            <a:off x="2301197" y="5255923"/>
            <a:ext cx="627169" cy="627169"/>
            <a:chOff x="0" y="0"/>
            <a:chExt cx="812800" cy="812800"/>
          </a:xfrm>
        </p:grpSpPr>
        <p:sp>
          <p:nvSpPr>
            <p:cNvPr id="183" name="Google Shape;18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84" name="Google Shape;184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YES</a:t>
              </a:r>
              <a:endParaRPr/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4158989" y="5255923"/>
            <a:ext cx="627169" cy="627169"/>
            <a:chOff x="0" y="0"/>
            <a:chExt cx="812800" cy="812800"/>
          </a:xfrm>
        </p:grpSpPr>
        <p:sp>
          <p:nvSpPr>
            <p:cNvPr id="186" name="Google Shape;18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87" name="Google Shape;187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NO</a:t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6875557" y="5255923"/>
            <a:ext cx="627169" cy="627169"/>
            <a:chOff x="0" y="0"/>
            <a:chExt cx="812800" cy="812800"/>
          </a:xfrm>
        </p:grpSpPr>
        <p:sp>
          <p:nvSpPr>
            <p:cNvPr id="189" name="Google Shape;18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90" name="Google Shape;19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YES</a:t>
              </a:r>
              <a:endParaRPr/>
            </a:p>
          </p:txBody>
        </p:sp>
      </p:grpSp>
      <p:grpSp>
        <p:nvGrpSpPr>
          <p:cNvPr id="191" name="Google Shape;191;p14"/>
          <p:cNvGrpSpPr/>
          <p:nvPr/>
        </p:nvGrpSpPr>
        <p:grpSpPr>
          <a:xfrm>
            <a:off x="8733349" y="5255923"/>
            <a:ext cx="627169" cy="627169"/>
            <a:chOff x="0" y="0"/>
            <a:chExt cx="812800" cy="812800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93" name="Google Shape;19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NO</a:t>
              </a:r>
              <a:endParaRPr/>
            </a:p>
          </p:txBody>
        </p:sp>
      </p:grpSp>
      <p:grpSp>
        <p:nvGrpSpPr>
          <p:cNvPr id="194" name="Google Shape;194;p14"/>
          <p:cNvGrpSpPr/>
          <p:nvPr/>
        </p:nvGrpSpPr>
        <p:grpSpPr>
          <a:xfrm>
            <a:off x="1921074" y="6182973"/>
            <a:ext cx="1387415" cy="748090"/>
            <a:chOff x="0" y="-9525"/>
            <a:chExt cx="497218" cy="268099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196" name="Google Shape;196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I will train someone for this.</a:t>
              </a:r>
              <a:endParaRPr/>
            </a:p>
          </p:txBody>
        </p:sp>
      </p:grpSp>
      <p:grpSp>
        <p:nvGrpSpPr>
          <p:cNvPr id="197" name="Google Shape;197;p14"/>
          <p:cNvGrpSpPr/>
          <p:nvPr/>
        </p:nvGrpSpPr>
        <p:grpSpPr>
          <a:xfrm>
            <a:off x="3778866" y="6182973"/>
            <a:ext cx="1387415" cy="748090"/>
            <a:chOff x="0" y="-9525"/>
            <a:chExt cx="497218" cy="268099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199" name="Google Shape;199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I will find someone for the training.</a:t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6485909" y="6182973"/>
            <a:ext cx="1387415" cy="748090"/>
            <a:chOff x="0" y="-9525"/>
            <a:chExt cx="497218" cy="268099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</p:sp>
        <p:sp>
          <p:nvSpPr>
            <p:cNvPr id="202" name="Google Shape;202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I will pass it to another team.</a:t>
              </a:r>
              <a:endParaRPr/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8343701" y="6182973"/>
            <a:ext cx="1387415" cy="748090"/>
            <a:chOff x="0" y="-9525"/>
            <a:chExt cx="497218" cy="268099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I will find another solution.</a:t>
              </a:r>
              <a:endParaRPr/>
            </a:p>
          </p:txBody>
        </p:sp>
      </p:grpSp>
      <p:sp>
        <p:nvSpPr>
          <p:cNvPr id="206" name="Google Shape;206;p14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4"/>
          <p:cNvSpPr txBox="1"/>
          <p:nvPr/>
        </p:nvSpPr>
        <p:spPr>
          <a:xfrm>
            <a:off x="363388" y="280868"/>
            <a:ext cx="2520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WORK DECISION TREE</a:t>
            </a:r>
            <a:endParaRPr/>
          </a:p>
        </p:txBody>
      </p:sp>
      <p:cxnSp>
        <p:nvCxnSpPr>
          <p:cNvPr id="208" name="Google Shape;208;p14"/>
          <p:cNvCxnSpPr>
            <a:endCxn id="169" idx="1"/>
          </p:cNvCxnSpPr>
          <p:nvPr/>
        </p:nvCxnSpPr>
        <p:spPr>
          <a:xfrm>
            <a:off x="3846583" y="1801138"/>
            <a:ext cx="1279500" cy="1249200"/>
          </a:xfrm>
          <a:prstGeom prst="bentConnector3">
            <a:avLst>
              <a:gd fmla="val 569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9" name="Google Shape;209;p14"/>
          <p:cNvCxnSpPr>
            <a:endCxn id="166" idx="1"/>
          </p:cNvCxnSpPr>
          <p:nvPr/>
        </p:nvCxnSpPr>
        <p:spPr>
          <a:xfrm flipH="1" rot="-5400000">
            <a:off x="7693755" y="2069696"/>
            <a:ext cx="1232400" cy="703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0" name="Google Shape;210;p14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1" name="Google Shape;211;p14"/>
          <p:cNvCxnSpPr>
            <a:endCxn id="181" idx="0"/>
          </p:cNvCxnSpPr>
          <p:nvPr/>
        </p:nvCxnSpPr>
        <p:spPr>
          <a:xfrm>
            <a:off x="7137413" y="3978720"/>
            <a:ext cx="971100" cy="288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2" name="Google Shape;212;p14"/>
          <p:cNvCxnSpPr>
            <a:endCxn id="169" idx="2"/>
          </p:cNvCxnSpPr>
          <p:nvPr/>
        </p:nvCxnSpPr>
        <p:spPr>
          <a:xfrm flipH="1" rot="10800000">
            <a:off x="5279587" y="3393515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" name="Google Shape;213;p14"/>
          <p:cNvCxnSpPr>
            <a:stCxn id="169" idx="2"/>
          </p:cNvCxnSpPr>
          <p:nvPr/>
        </p:nvCxnSpPr>
        <p:spPr>
          <a:xfrm flipH="1" rot="-5400000">
            <a:off x="5899387" y="3392315"/>
            <a:ext cx="585300" cy="587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4" name="Google Shape;214;p14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5" name="Google Shape;215;p14"/>
          <p:cNvCxnSpPr>
            <a:stCxn id="178" idx="2"/>
          </p:cNvCxnSpPr>
          <p:nvPr/>
        </p:nvCxnSpPr>
        <p:spPr>
          <a:xfrm flipH="1" rot="-5400000">
            <a:off x="3582400" y="4980760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6" name="Google Shape;216;p14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ustrated Work Decision Tree Infographics">
  <a:themeElements>
    <a:clrScheme name="Office">
      <a:dk1>
        <a:srgbClr val="324B9A"/>
      </a:dk1>
      <a:lt1>
        <a:srgbClr val="FFFDEF"/>
      </a:lt1>
      <a:dk2>
        <a:srgbClr val="92A4D7"/>
      </a:dk2>
      <a:lt2>
        <a:srgbClr val="B186C5"/>
      </a:lt2>
      <a:accent1>
        <a:srgbClr val="0F1A38"/>
      </a:accent1>
      <a:accent2>
        <a:srgbClr val="F9DC5C"/>
      </a:accent2>
      <a:accent3>
        <a:srgbClr val="884EA4"/>
      </a:accent3>
      <a:accent4>
        <a:srgbClr val="8064A2"/>
      </a:accent4>
      <a:accent5>
        <a:srgbClr val="FFFDEF"/>
      </a:accent5>
      <a:accent6>
        <a:srgbClr val="0F1A38"/>
      </a:accent6>
      <a:hlink>
        <a:srgbClr val="324B9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