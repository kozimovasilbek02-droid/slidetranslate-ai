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</p:sldIdLst>
  <p:sldSz cy="10693400" cx="7556500"/>
  <p:notesSz cx="6858000" cy="9144000"/>
  <p:embeddedFontLst>
    <p:embeddedFont>
      <p:font typeface="Antic Didone"/>
      <p:regular r:id="rId9"/>
    </p:embeddedFont>
    <p:embeddedFont>
      <p:font typeface="Lato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font" Target="fonts/AnticDidone-regular.fntdata"/><Relationship Id="rId10" Type="http://schemas.openxmlformats.org/officeDocument/2006/relationships/font" Target="fonts/Lato-regular.fntdata"/><Relationship Id="rId11" Type="http://schemas.openxmlformats.org/officeDocument/2006/relationships/font" Target="fonts/Lato-bold.fntdata"/><Relationship Id="rId12" Type="http://schemas.openxmlformats.org/officeDocument/2006/relationships/font" Target="fonts/Lato-italic.fntdata"/><Relationship Id="rId13" Type="http://schemas.openxmlformats.org/officeDocument/2006/relationships/font" Target="fonts/Lato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idx="1" type="body"/>
          </p:nvPr>
        </p:nvSpPr>
        <p:spPr>
          <a:xfrm>
            <a:off x="386475" y="4882644"/>
            <a:ext cx="14289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>
              <a:spcBef>
                <a:spcPts val="640"/>
              </a:spcBef>
              <a:spcAft>
                <a:spcPts val="0"/>
              </a:spcAft>
              <a:buSzPts val="1200"/>
              <a:buFont typeface="Antic Didone"/>
              <a:buChar char="•"/>
              <a:defRPr>
                <a:latin typeface="Antic Didone"/>
                <a:ea typeface="Antic Didone"/>
                <a:cs typeface="Antic Didone"/>
                <a:sym typeface="Antic Didone"/>
              </a:defRPr>
            </a:lvl1pPr>
            <a:lvl2pPr indent="-304800" lvl="1" marL="914400" rtl="0">
              <a:spcBef>
                <a:spcPts val="560"/>
              </a:spcBef>
              <a:spcAft>
                <a:spcPts val="0"/>
              </a:spcAft>
              <a:buSzPts val="1200"/>
              <a:buChar char="–"/>
              <a:defRPr/>
            </a:lvl2pPr>
            <a:lvl3pPr indent="-304800" lvl="2" marL="1371600" rtl="0">
              <a:spcBef>
                <a:spcPts val="480"/>
              </a:spcBef>
              <a:spcAft>
                <a:spcPts val="0"/>
              </a:spcAft>
              <a:buSzPts val="1200"/>
              <a:buChar char="•"/>
              <a:defRPr/>
            </a:lvl3pPr>
            <a:lvl4pPr indent="-304800" lvl="3" marL="1828800" rtl="0">
              <a:spcBef>
                <a:spcPts val="400"/>
              </a:spcBef>
              <a:spcAft>
                <a:spcPts val="0"/>
              </a:spcAft>
              <a:buSzPts val="1200"/>
              <a:buChar char="–"/>
              <a:defRPr/>
            </a:lvl4pPr>
            <a:lvl5pPr indent="-304800" lvl="4" marL="2286000" rtl="0">
              <a:spcBef>
                <a:spcPts val="400"/>
              </a:spcBef>
              <a:spcAft>
                <a:spcPts val="0"/>
              </a:spcAft>
              <a:buSzPts val="1200"/>
              <a:buChar char="»"/>
              <a:defRPr/>
            </a:lvl5pPr>
            <a:lvl6pPr indent="-304800" lvl="5" marL="27432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6pPr>
            <a:lvl7pPr indent="-304800" lvl="6" marL="32004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7pPr>
            <a:lvl8pPr indent="-304800" lvl="7" marL="36576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8pPr>
            <a:lvl9pPr indent="-304800" lvl="8" marL="41148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2" type="body"/>
          </p:nvPr>
        </p:nvSpPr>
        <p:spPr>
          <a:xfrm>
            <a:off x="2573838" y="4882644"/>
            <a:ext cx="4287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SzPts val="1200"/>
              <a:buFont typeface="Antic Didone"/>
              <a:buChar char="•"/>
              <a:defRPr>
                <a:latin typeface="Antic Didone"/>
                <a:ea typeface="Antic Didone"/>
                <a:cs typeface="Antic Didone"/>
                <a:sym typeface="Antic Didone"/>
              </a:defRPr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/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/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/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/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3" type="body"/>
          </p:nvPr>
        </p:nvSpPr>
        <p:spPr>
          <a:xfrm>
            <a:off x="3493338" y="4882644"/>
            <a:ext cx="4287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SzPts val="1200"/>
              <a:buFont typeface="Antic Didone"/>
              <a:buChar char="•"/>
              <a:defRPr>
                <a:latin typeface="Antic Didone"/>
                <a:ea typeface="Antic Didone"/>
                <a:cs typeface="Antic Didone"/>
                <a:sym typeface="Antic Didone"/>
              </a:defRPr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/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/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/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/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4" type="body"/>
          </p:nvPr>
        </p:nvSpPr>
        <p:spPr>
          <a:xfrm>
            <a:off x="4368863" y="4882644"/>
            <a:ext cx="4287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SzPts val="1200"/>
              <a:buFont typeface="Antic Didone"/>
              <a:buChar char="•"/>
              <a:defRPr>
                <a:latin typeface="Antic Didone"/>
                <a:ea typeface="Antic Didone"/>
                <a:cs typeface="Antic Didone"/>
                <a:sym typeface="Antic Didone"/>
              </a:defRPr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/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/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/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/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5" type="body"/>
          </p:nvPr>
        </p:nvSpPr>
        <p:spPr>
          <a:xfrm>
            <a:off x="386475" y="4411991"/>
            <a:ext cx="14289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>
              <a:spcBef>
                <a:spcPts val="640"/>
              </a:spcBef>
              <a:spcAft>
                <a:spcPts val="0"/>
              </a:spcAft>
              <a:buSzPts val="1200"/>
              <a:buFont typeface="Antic Didone"/>
              <a:buChar char="•"/>
              <a:defRPr>
                <a:latin typeface="Antic Didone"/>
                <a:ea typeface="Antic Didone"/>
                <a:cs typeface="Antic Didone"/>
                <a:sym typeface="Antic Didone"/>
              </a:defRPr>
            </a:lvl1pPr>
            <a:lvl2pPr indent="-304800" lvl="1" marL="914400" rtl="0">
              <a:spcBef>
                <a:spcPts val="560"/>
              </a:spcBef>
              <a:spcAft>
                <a:spcPts val="0"/>
              </a:spcAft>
              <a:buSzPts val="1200"/>
              <a:buChar char="–"/>
              <a:defRPr/>
            </a:lvl2pPr>
            <a:lvl3pPr indent="-304800" lvl="2" marL="1371600" rtl="0">
              <a:spcBef>
                <a:spcPts val="480"/>
              </a:spcBef>
              <a:spcAft>
                <a:spcPts val="0"/>
              </a:spcAft>
              <a:buSzPts val="1200"/>
              <a:buChar char="•"/>
              <a:defRPr/>
            </a:lvl3pPr>
            <a:lvl4pPr indent="-304800" lvl="3" marL="1828800" rtl="0">
              <a:spcBef>
                <a:spcPts val="400"/>
              </a:spcBef>
              <a:spcAft>
                <a:spcPts val="0"/>
              </a:spcAft>
              <a:buSzPts val="1200"/>
              <a:buChar char="–"/>
              <a:defRPr/>
            </a:lvl4pPr>
            <a:lvl5pPr indent="-304800" lvl="4" marL="2286000" rtl="0">
              <a:spcBef>
                <a:spcPts val="400"/>
              </a:spcBef>
              <a:spcAft>
                <a:spcPts val="0"/>
              </a:spcAft>
              <a:buSzPts val="1200"/>
              <a:buChar char="»"/>
              <a:defRPr/>
            </a:lvl5pPr>
            <a:lvl6pPr indent="-304800" lvl="5" marL="27432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6pPr>
            <a:lvl7pPr indent="-304800" lvl="6" marL="32004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7pPr>
            <a:lvl8pPr indent="-304800" lvl="7" marL="36576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8pPr>
            <a:lvl9pPr indent="-304800" lvl="8" marL="41148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6" type="body"/>
          </p:nvPr>
        </p:nvSpPr>
        <p:spPr>
          <a:xfrm>
            <a:off x="2551850" y="4411991"/>
            <a:ext cx="4287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SzPts val="1200"/>
              <a:buFont typeface="Antic Didone"/>
              <a:buChar char="•"/>
              <a:defRPr>
                <a:latin typeface="Antic Didone"/>
                <a:ea typeface="Antic Didone"/>
                <a:cs typeface="Antic Didone"/>
                <a:sym typeface="Antic Didone"/>
              </a:defRPr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/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/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/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/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7" type="body"/>
          </p:nvPr>
        </p:nvSpPr>
        <p:spPr>
          <a:xfrm>
            <a:off x="3471350" y="4411991"/>
            <a:ext cx="4287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SzPts val="1200"/>
              <a:buFont typeface="Antic Didone"/>
              <a:buChar char="•"/>
              <a:defRPr>
                <a:latin typeface="Antic Didone"/>
                <a:ea typeface="Antic Didone"/>
                <a:cs typeface="Antic Didone"/>
                <a:sym typeface="Antic Didone"/>
              </a:defRPr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/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/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/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/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8" type="body"/>
          </p:nvPr>
        </p:nvSpPr>
        <p:spPr>
          <a:xfrm>
            <a:off x="4346875" y="4411991"/>
            <a:ext cx="4287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SzPts val="1200"/>
              <a:buFont typeface="Antic Didone"/>
              <a:buChar char="•"/>
              <a:defRPr>
                <a:latin typeface="Antic Didone"/>
                <a:ea typeface="Antic Didone"/>
                <a:cs typeface="Antic Didone"/>
                <a:sym typeface="Antic Didone"/>
              </a:defRPr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/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/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/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/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9" type="body"/>
          </p:nvPr>
        </p:nvSpPr>
        <p:spPr>
          <a:xfrm>
            <a:off x="386475" y="3964706"/>
            <a:ext cx="14289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>
              <a:spcBef>
                <a:spcPts val="640"/>
              </a:spcBef>
              <a:spcAft>
                <a:spcPts val="0"/>
              </a:spcAft>
              <a:buSzPts val="1200"/>
              <a:buFont typeface="Antic Didone"/>
              <a:buChar char="•"/>
              <a:defRPr>
                <a:latin typeface="Antic Didone"/>
                <a:ea typeface="Antic Didone"/>
                <a:cs typeface="Antic Didone"/>
                <a:sym typeface="Antic Didone"/>
              </a:defRPr>
            </a:lvl1pPr>
            <a:lvl2pPr indent="-304800" lvl="1" marL="914400" rtl="0">
              <a:spcBef>
                <a:spcPts val="560"/>
              </a:spcBef>
              <a:spcAft>
                <a:spcPts val="0"/>
              </a:spcAft>
              <a:buSzPts val="1200"/>
              <a:buChar char="–"/>
              <a:defRPr/>
            </a:lvl2pPr>
            <a:lvl3pPr indent="-304800" lvl="2" marL="1371600" rtl="0">
              <a:spcBef>
                <a:spcPts val="480"/>
              </a:spcBef>
              <a:spcAft>
                <a:spcPts val="0"/>
              </a:spcAft>
              <a:buSzPts val="1200"/>
              <a:buChar char="•"/>
              <a:defRPr/>
            </a:lvl3pPr>
            <a:lvl4pPr indent="-304800" lvl="3" marL="1828800" rtl="0">
              <a:spcBef>
                <a:spcPts val="400"/>
              </a:spcBef>
              <a:spcAft>
                <a:spcPts val="0"/>
              </a:spcAft>
              <a:buSzPts val="1200"/>
              <a:buChar char="–"/>
              <a:defRPr/>
            </a:lvl4pPr>
            <a:lvl5pPr indent="-304800" lvl="4" marL="2286000" rtl="0">
              <a:spcBef>
                <a:spcPts val="400"/>
              </a:spcBef>
              <a:spcAft>
                <a:spcPts val="0"/>
              </a:spcAft>
              <a:buSzPts val="1200"/>
              <a:buChar char="»"/>
              <a:defRPr/>
            </a:lvl5pPr>
            <a:lvl6pPr indent="-304800" lvl="5" marL="27432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6pPr>
            <a:lvl7pPr indent="-304800" lvl="6" marL="32004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7pPr>
            <a:lvl8pPr indent="-304800" lvl="7" marL="36576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8pPr>
            <a:lvl9pPr indent="-304800" lvl="8" marL="41148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/>
        </p:txBody>
      </p:sp>
      <p:sp>
        <p:nvSpPr>
          <p:cNvPr id="23" name="Google Shape;23;p3"/>
          <p:cNvSpPr/>
          <p:nvPr>
            <p:ph idx="13" type="pic"/>
          </p:nvPr>
        </p:nvSpPr>
        <p:spPr>
          <a:xfrm>
            <a:off x="0" y="8773200"/>
            <a:ext cx="7556400" cy="1990200"/>
          </a:xfrm>
          <a:prstGeom prst="rect">
            <a:avLst/>
          </a:prstGeom>
          <a:noFill/>
          <a:ln>
            <a:noFill/>
          </a:ln>
        </p:spPr>
      </p:sp>
      <p:sp>
        <p:nvSpPr>
          <p:cNvPr id="24" name="Google Shape;24;p3"/>
          <p:cNvSpPr txBox="1"/>
          <p:nvPr/>
        </p:nvSpPr>
        <p:spPr>
          <a:xfrm rot="5400000">
            <a:off x="5297371" y="4762050"/>
            <a:ext cx="3116400" cy="8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799" u="none" cap="none" strike="noStrike">
                <a:solidFill>
                  <a:srgbClr val="F6DEA8"/>
                </a:solidFill>
                <a:latin typeface="Lato"/>
                <a:ea typeface="Lato"/>
                <a:cs typeface="Lato"/>
                <a:sym typeface="Lato"/>
              </a:rPr>
              <a:t>INVOICE</a:t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0" y="3329516"/>
            <a:ext cx="5382121" cy="331089"/>
          </a:xfrm>
          <a:custGeom>
            <a:rect b="b" l="l" r="r" t="t"/>
            <a:pathLst>
              <a:path extrusionOk="0" h="152400" w="2477386">
                <a:moveTo>
                  <a:pt x="0" y="0"/>
                </a:moveTo>
                <a:lnTo>
                  <a:pt x="2477386" y="0"/>
                </a:lnTo>
                <a:lnTo>
                  <a:pt x="2477386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F6DEA8">
              <a:alpha val="89800"/>
            </a:srgbClr>
          </a:solidFill>
          <a:ln>
            <a:noFill/>
          </a:ln>
        </p:spPr>
      </p:sp>
      <p:cxnSp>
        <p:nvCxnSpPr>
          <p:cNvPr id="26" name="Google Shape;26;p3"/>
          <p:cNvCxnSpPr/>
          <p:nvPr/>
        </p:nvCxnSpPr>
        <p:spPr>
          <a:xfrm>
            <a:off x="6746831" y="0"/>
            <a:ext cx="0" cy="2934000"/>
          </a:xfrm>
          <a:prstGeom prst="straightConnector1">
            <a:avLst/>
          </a:prstGeom>
          <a:noFill/>
          <a:ln cap="flat" cmpd="sng" w="38100">
            <a:solidFill>
              <a:srgbClr val="F6DEA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" name="Google Shape;27;p3"/>
          <p:cNvCxnSpPr/>
          <p:nvPr/>
        </p:nvCxnSpPr>
        <p:spPr>
          <a:xfrm>
            <a:off x="5029474" y="8196796"/>
            <a:ext cx="2045400" cy="0"/>
          </a:xfrm>
          <a:prstGeom prst="straightConnector1">
            <a:avLst/>
          </a:prstGeom>
          <a:noFill/>
          <a:ln cap="flat" cmpd="sng" w="9525">
            <a:solidFill>
              <a:srgbClr val="3231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" name="Google Shape;28;p3"/>
          <p:cNvSpPr txBox="1"/>
          <p:nvPr>
            <p:ph idx="14" type="body"/>
          </p:nvPr>
        </p:nvSpPr>
        <p:spPr>
          <a:xfrm>
            <a:off x="386475" y="7980625"/>
            <a:ext cx="4010100" cy="62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640"/>
              </a:spcBef>
              <a:spcAft>
                <a:spcPts val="0"/>
              </a:spcAft>
              <a:buSzPts val="1000"/>
              <a:buFont typeface="Antic Didone"/>
              <a:buChar char="•"/>
              <a:defRPr sz="1000">
                <a:latin typeface="Antic Didone"/>
                <a:ea typeface="Antic Didone"/>
                <a:cs typeface="Antic Didone"/>
                <a:sym typeface="Antic Didone"/>
              </a:defRPr>
            </a:lvl1pPr>
            <a:lvl2pPr indent="-292100" lvl="1" marL="914400">
              <a:spcBef>
                <a:spcPts val="560"/>
              </a:spcBef>
              <a:spcAft>
                <a:spcPts val="0"/>
              </a:spcAft>
              <a:buSzPts val="1000"/>
              <a:buChar char="–"/>
              <a:defRPr sz="1000"/>
            </a:lvl2pPr>
            <a:lvl3pPr indent="-292100" lvl="2" marL="1371600">
              <a:spcBef>
                <a:spcPts val="480"/>
              </a:spcBef>
              <a:spcAft>
                <a:spcPts val="0"/>
              </a:spcAft>
              <a:buSzPts val="1000"/>
              <a:buChar char="•"/>
              <a:defRPr sz="1000"/>
            </a:lvl3pPr>
            <a:lvl4pPr indent="-292100" lvl="3" marL="1828800">
              <a:spcBef>
                <a:spcPts val="400"/>
              </a:spcBef>
              <a:spcAft>
                <a:spcPts val="0"/>
              </a:spcAft>
              <a:buSzPts val="1000"/>
              <a:buChar char="–"/>
              <a:defRPr sz="1000"/>
            </a:lvl4pPr>
            <a:lvl5pPr indent="-292100" lvl="4" marL="2286000">
              <a:spcBef>
                <a:spcPts val="400"/>
              </a:spcBef>
              <a:spcAft>
                <a:spcPts val="0"/>
              </a:spcAft>
              <a:buSzPts val="1000"/>
              <a:buChar char="»"/>
              <a:defRPr sz="1000"/>
            </a:lvl5pPr>
            <a:lvl6pPr indent="-292100" lvl="5" marL="2743200">
              <a:spcBef>
                <a:spcPts val="400"/>
              </a:spcBef>
              <a:spcAft>
                <a:spcPts val="0"/>
              </a:spcAft>
              <a:buSzPts val="1000"/>
              <a:buChar char="•"/>
              <a:defRPr sz="1000"/>
            </a:lvl6pPr>
            <a:lvl7pPr indent="-292100" lvl="6" marL="3200400">
              <a:spcBef>
                <a:spcPts val="400"/>
              </a:spcBef>
              <a:spcAft>
                <a:spcPts val="0"/>
              </a:spcAft>
              <a:buSzPts val="1000"/>
              <a:buChar char="•"/>
              <a:defRPr sz="1000"/>
            </a:lvl7pPr>
            <a:lvl8pPr indent="-292100" lvl="7" marL="3657600">
              <a:spcBef>
                <a:spcPts val="400"/>
              </a:spcBef>
              <a:spcAft>
                <a:spcPts val="0"/>
              </a:spcAft>
              <a:buSzPts val="1000"/>
              <a:buChar char="•"/>
              <a:defRPr sz="1000"/>
            </a:lvl8pPr>
            <a:lvl9pPr indent="-292100" lvl="8" marL="4114800">
              <a:spcBef>
                <a:spcPts val="400"/>
              </a:spcBef>
              <a:spcAft>
                <a:spcPts val="0"/>
              </a:spcAft>
              <a:buSzPts val="1000"/>
              <a:buChar char="•"/>
              <a:defRPr sz="1000"/>
            </a:lvl9pPr>
          </a:lstStyle>
          <a:p/>
        </p:txBody>
      </p:sp>
      <p:sp>
        <p:nvSpPr>
          <p:cNvPr id="29" name="Google Shape;29;p3"/>
          <p:cNvSpPr txBox="1"/>
          <p:nvPr>
            <p:ph idx="15" type="subTitle"/>
          </p:nvPr>
        </p:nvSpPr>
        <p:spPr>
          <a:xfrm>
            <a:off x="386475" y="7745725"/>
            <a:ext cx="2865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640"/>
              </a:spcBef>
              <a:spcAft>
                <a:spcPts val="0"/>
              </a:spcAft>
              <a:buSzPts val="1200"/>
              <a:buNone/>
              <a:defRPr b="1"/>
            </a:lvl1pPr>
            <a:lvl2pPr lvl="1">
              <a:spcBef>
                <a:spcPts val="56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48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" name="Google Shape;30;p3"/>
          <p:cNvSpPr txBox="1"/>
          <p:nvPr>
            <p:ph idx="16" type="body"/>
          </p:nvPr>
        </p:nvSpPr>
        <p:spPr>
          <a:xfrm>
            <a:off x="386475" y="7030850"/>
            <a:ext cx="4010100" cy="62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640"/>
              </a:spcBef>
              <a:spcAft>
                <a:spcPts val="0"/>
              </a:spcAft>
              <a:buSzPts val="1000"/>
              <a:buFont typeface="Antic Didone"/>
              <a:buChar char="•"/>
              <a:defRPr sz="1000">
                <a:latin typeface="Antic Didone"/>
                <a:ea typeface="Antic Didone"/>
                <a:cs typeface="Antic Didone"/>
                <a:sym typeface="Antic Didone"/>
              </a:defRPr>
            </a:lvl1pPr>
            <a:lvl2pPr indent="-292100" lvl="1" marL="914400" rtl="0">
              <a:spcBef>
                <a:spcPts val="560"/>
              </a:spcBef>
              <a:spcAft>
                <a:spcPts val="0"/>
              </a:spcAft>
              <a:buSzPts val="1000"/>
              <a:buChar char="–"/>
              <a:defRPr sz="1000"/>
            </a:lvl2pPr>
            <a:lvl3pPr indent="-292100" lvl="2" marL="1371600" rtl="0">
              <a:spcBef>
                <a:spcPts val="480"/>
              </a:spcBef>
              <a:spcAft>
                <a:spcPts val="0"/>
              </a:spcAft>
              <a:buSzPts val="1000"/>
              <a:buChar char="•"/>
              <a:defRPr sz="1000"/>
            </a:lvl3pPr>
            <a:lvl4pPr indent="-292100" lvl="3" marL="1828800" rtl="0">
              <a:spcBef>
                <a:spcPts val="400"/>
              </a:spcBef>
              <a:spcAft>
                <a:spcPts val="0"/>
              </a:spcAft>
              <a:buSzPts val="1000"/>
              <a:buChar char="–"/>
              <a:defRPr sz="1000"/>
            </a:lvl4pPr>
            <a:lvl5pPr indent="-292100" lvl="4" marL="2286000" rtl="0">
              <a:spcBef>
                <a:spcPts val="400"/>
              </a:spcBef>
              <a:spcAft>
                <a:spcPts val="0"/>
              </a:spcAft>
              <a:buSzPts val="1000"/>
              <a:buChar char="»"/>
              <a:defRPr sz="1000"/>
            </a:lvl5pPr>
            <a:lvl6pPr indent="-292100" lvl="5" marL="2743200" rtl="0">
              <a:spcBef>
                <a:spcPts val="400"/>
              </a:spcBef>
              <a:spcAft>
                <a:spcPts val="0"/>
              </a:spcAft>
              <a:buSzPts val="1000"/>
              <a:buChar char="•"/>
              <a:defRPr sz="1000"/>
            </a:lvl6pPr>
            <a:lvl7pPr indent="-292100" lvl="6" marL="3200400" rtl="0">
              <a:spcBef>
                <a:spcPts val="400"/>
              </a:spcBef>
              <a:spcAft>
                <a:spcPts val="0"/>
              </a:spcAft>
              <a:buSzPts val="1000"/>
              <a:buChar char="•"/>
              <a:defRPr sz="1000"/>
            </a:lvl7pPr>
            <a:lvl8pPr indent="-292100" lvl="7" marL="3657600" rtl="0">
              <a:spcBef>
                <a:spcPts val="400"/>
              </a:spcBef>
              <a:spcAft>
                <a:spcPts val="0"/>
              </a:spcAft>
              <a:buSzPts val="1000"/>
              <a:buChar char="•"/>
              <a:defRPr sz="1000"/>
            </a:lvl8pPr>
            <a:lvl9pPr indent="-292100" lvl="8" marL="4114800" rtl="0">
              <a:spcBef>
                <a:spcPts val="400"/>
              </a:spcBef>
              <a:spcAft>
                <a:spcPts val="0"/>
              </a:spcAft>
              <a:buSzPts val="1000"/>
              <a:buChar char="•"/>
              <a:defRPr sz="1000"/>
            </a:lvl9pPr>
          </a:lstStyle>
          <a:p/>
        </p:txBody>
      </p:sp>
      <p:sp>
        <p:nvSpPr>
          <p:cNvPr id="31" name="Google Shape;31;p3"/>
          <p:cNvSpPr txBox="1"/>
          <p:nvPr>
            <p:ph idx="17" type="subTitle"/>
          </p:nvPr>
        </p:nvSpPr>
        <p:spPr>
          <a:xfrm>
            <a:off x="386475" y="6795950"/>
            <a:ext cx="2865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1200"/>
              <a:buNone/>
              <a:defRPr b="1"/>
            </a:lvl1pPr>
            <a:lvl2pPr lvl="1" rtl="0">
              <a:spcBef>
                <a:spcPts val="56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" name="Google Shape;32;p3"/>
          <p:cNvSpPr txBox="1"/>
          <p:nvPr>
            <p:ph idx="18" type="subTitle"/>
          </p:nvPr>
        </p:nvSpPr>
        <p:spPr>
          <a:xfrm>
            <a:off x="5052725" y="8279825"/>
            <a:ext cx="20454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640"/>
              </a:spcBef>
              <a:spcAft>
                <a:spcPts val="0"/>
              </a:spcAft>
              <a:buSzPts val="1200"/>
              <a:buNone/>
              <a:defRPr b="1"/>
            </a:lvl1pPr>
            <a:lvl2pPr lvl="1" rtl="0" algn="ctr">
              <a:spcBef>
                <a:spcPts val="56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48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3" name="Google Shape;33;p3"/>
          <p:cNvSpPr txBox="1"/>
          <p:nvPr>
            <p:ph idx="19" type="subTitle"/>
          </p:nvPr>
        </p:nvSpPr>
        <p:spPr>
          <a:xfrm>
            <a:off x="4036425" y="6476325"/>
            <a:ext cx="830700" cy="3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SzPts val="1800"/>
              <a:buNone/>
              <a:defRPr b="1" sz="1800"/>
            </a:lvl1pPr>
            <a:lvl2pPr lvl="1">
              <a:spcBef>
                <a:spcPts val="56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48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4" name="Google Shape;34;p3"/>
          <p:cNvSpPr txBox="1"/>
          <p:nvPr>
            <p:ph idx="20" type="subTitle"/>
          </p:nvPr>
        </p:nvSpPr>
        <p:spPr>
          <a:xfrm>
            <a:off x="3125300" y="6476325"/>
            <a:ext cx="830700" cy="3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640"/>
              </a:spcBef>
              <a:spcAft>
                <a:spcPts val="0"/>
              </a:spcAft>
              <a:buSzPts val="1800"/>
              <a:buNone/>
              <a:defRPr b="1" sz="1800"/>
            </a:lvl1pPr>
            <a:lvl2pPr lvl="1" rtl="0">
              <a:spcBef>
                <a:spcPts val="56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5" name="Google Shape;35;p3"/>
          <p:cNvSpPr txBox="1"/>
          <p:nvPr>
            <p:ph idx="21" type="body"/>
          </p:nvPr>
        </p:nvSpPr>
        <p:spPr>
          <a:xfrm>
            <a:off x="386475" y="5823950"/>
            <a:ext cx="14289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640"/>
              </a:spcBef>
              <a:spcAft>
                <a:spcPts val="0"/>
              </a:spcAft>
              <a:buSzPts val="1200"/>
              <a:buFont typeface="Antic Didone"/>
              <a:buChar char="•"/>
              <a:defRPr>
                <a:latin typeface="Antic Didone"/>
                <a:ea typeface="Antic Didone"/>
                <a:cs typeface="Antic Didone"/>
                <a:sym typeface="Antic Didone"/>
              </a:defRPr>
            </a:lvl1pPr>
            <a:lvl2pPr indent="-304800" lvl="1" marL="914400">
              <a:spcBef>
                <a:spcPts val="560"/>
              </a:spcBef>
              <a:spcAft>
                <a:spcPts val="0"/>
              </a:spcAft>
              <a:buSzPts val="1200"/>
              <a:buChar char="–"/>
              <a:defRPr/>
            </a:lvl2pPr>
            <a:lvl3pPr indent="-304800" lvl="2" marL="1371600">
              <a:spcBef>
                <a:spcPts val="480"/>
              </a:spcBef>
              <a:spcAft>
                <a:spcPts val="0"/>
              </a:spcAft>
              <a:buSzPts val="1200"/>
              <a:buChar char="•"/>
              <a:defRPr/>
            </a:lvl3pPr>
            <a:lvl4pPr indent="-304800" lvl="3" marL="1828800">
              <a:spcBef>
                <a:spcPts val="400"/>
              </a:spcBef>
              <a:spcAft>
                <a:spcPts val="0"/>
              </a:spcAft>
              <a:buSzPts val="1200"/>
              <a:buChar char="–"/>
              <a:defRPr/>
            </a:lvl4pPr>
            <a:lvl5pPr indent="-304800" lvl="4" marL="2286000">
              <a:spcBef>
                <a:spcPts val="400"/>
              </a:spcBef>
              <a:spcAft>
                <a:spcPts val="0"/>
              </a:spcAft>
              <a:buSzPts val="1200"/>
              <a:buChar char="»"/>
              <a:defRPr/>
            </a:lvl5pPr>
            <a:lvl6pPr indent="-304800" lvl="5" marL="274320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6pPr>
            <a:lvl7pPr indent="-304800" lvl="6" marL="320040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7pPr>
            <a:lvl8pPr indent="-304800" lvl="7" marL="365760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8pPr>
            <a:lvl9pPr indent="-304800" lvl="8" marL="411480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/>
        </p:txBody>
      </p:sp>
      <p:sp>
        <p:nvSpPr>
          <p:cNvPr id="36" name="Google Shape;36;p3"/>
          <p:cNvSpPr txBox="1"/>
          <p:nvPr>
            <p:ph idx="22" type="body"/>
          </p:nvPr>
        </p:nvSpPr>
        <p:spPr>
          <a:xfrm>
            <a:off x="386475" y="5353297"/>
            <a:ext cx="14289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>
              <a:spcBef>
                <a:spcPts val="640"/>
              </a:spcBef>
              <a:spcAft>
                <a:spcPts val="0"/>
              </a:spcAft>
              <a:buSzPts val="1200"/>
              <a:buFont typeface="Antic Didone"/>
              <a:buChar char="•"/>
              <a:defRPr>
                <a:latin typeface="Antic Didone"/>
                <a:ea typeface="Antic Didone"/>
                <a:cs typeface="Antic Didone"/>
                <a:sym typeface="Antic Didone"/>
              </a:defRPr>
            </a:lvl1pPr>
            <a:lvl2pPr indent="-304800" lvl="1" marL="914400" rtl="0">
              <a:spcBef>
                <a:spcPts val="560"/>
              </a:spcBef>
              <a:spcAft>
                <a:spcPts val="0"/>
              </a:spcAft>
              <a:buSzPts val="1200"/>
              <a:buChar char="–"/>
              <a:defRPr/>
            </a:lvl2pPr>
            <a:lvl3pPr indent="-304800" lvl="2" marL="1371600" rtl="0">
              <a:spcBef>
                <a:spcPts val="480"/>
              </a:spcBef>
              <a:spcAft>
                <a:spcPts val="0"/>
              </a:spcAft>
              <a:buSzPts val="1200"/>
              <a:buChar char="•"/>
              <a:defRPr/>
            </a:lvl3pPr>
            <a:lvl4pPr indent="-304800" lvl="3" marL="1828800" rtl="0">
              <a:spcBef>
                <a:spcPts val="400"/>
              </a:spcBef>
              <a:spcAft>
                <a:spcPts val="0"/>
              </a:spcAft>
              <a:buSzPts val="1200"/>
              <a:buChar char="–"/>
              <a:defRPr/>
            </a:lvl4pPr>
            <a:lvl5pPr indent="-304800" lvl="4" marL="2286000" rtl="0">
              <a:spcBef>
                <a:spcPts val="400"/>
              </a:spcBef>
              <a:spcAft>
                <a:spcPts val="0"/>
              </a:spcAft>
              <a:buSzPts val="1200"/>
              <a:buChar char="»"/>
              <a:defRPr/>
            </a:lvl5pPr>
            <a:lvl6pPr indent="-304800" lvl="5" marL="27432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6pPr>
            <a:lvl7pPr indent="-304800" lvl="6" marL="32004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7pPr>
            <a:lvl8pPr indent="-304800" lvl="7" marL="36576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8pPr>
            <a:lvl9pPr indent="-304800" lvl="8" marL="41148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/>
        </p:txBody>
      </p:sp>
      <p:sp>
        <p:nvSpPr>
          <p:cNvPr id="37" name="Google Shape;37;p3"/>
          <p:cNvSpPr txBox="1"/>
          <p:nvPr>
            <p:ph idx="23" type="body"/>
          </p:nvPr>
        </p:nvSpPr>
        <p:spPr>
          <a:xfrm>
            <a:off x="2447075" y="3964706"/>
            <a:ext cx="4287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SzPts val="1200"/>
              <a:buFont typeface="Antic Didone"/>
              <a:buChar char="•"/>
              <a:defRPr>
                <a:latin typeface="Antic Didone"/>
                <a:ea typeface="Antic Didone"/>
                <a:cs typeface="Antic Didone"/>
                <a:sym typeface="Antic Didone"/>
              </a:defRPr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/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/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/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/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/>
        </p:txBody>
      </p:sp>
      <p:sp>
        <p:nvSpPr>
          <p:cNvPr id="38" name="Google Shape;38;p3"/>
          <p:cNvSpPr txBox="1"/>
          <p:nvPr>
            <p:ph idx="24" type="body"/>
          </p:nvPr>
        </p:nvSpPr>
        <p:spPr>
          <a:xfrm>
            <a:off x="3366575" y="3964706"/>
            <a:ext cx="4287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SzPts val="1200"/>
              <a:buFont typeface="Antic Didone"/>
              <a:buChar char="•"/>
              <a:defRPr>
                <a:latin typeface="Antic Didone"/>
                <a:ea typeface="Antic Didone"/>
                <a:cs typeface="Antic Didone"/>
                <a:sym typeface="Antic Didone"/>
              </a:defRPr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/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/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/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/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/>
        </p:txBody>
      </p:sp>
      <p:sp>
        <p:nvSpPr>
          <p:cNvPr id="39" name="Google Shape;39;p3"/>
          <p:cNvSpPr txBox="1"/>
          <p:nvPr>
            <p:ph idx="25" type="body"/>
          </p:nvPr>
        </p:nvSpPr>
        <p:spPr>
          <a:xfrm>
            <a:off x="4242100" y="3964706"/>
            <a:ext cx="4287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SzPts val="1200"/>
              <a:buFont typeface="Antic Didone"/>
              <a:buChar char="•"/>
              <a:defRPr>
                <a:latin typeface="Antic Didone"/>
                <a:ea typeface="Antic Didone"/>
                <a:cs typeface="Antic Didone"/>
                <a:sym typeface="Antic Didone"/>
              </a:defRPr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/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/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/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/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26" type="body"/>
          </p:nvPr>
        </p:nvSpPr>
        <p:spPr>
          <a:xfrm>
            <a:off x="2666338" y="5353306"/>
            <a:ext cx="4287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SzPts val="1200"/>
              <a:buFont typeface="Antic Didone"/>
              <a:buChar char="•"/>
              <a:defRPr>
                <a:latin typeface="Antic Didone"/>
                <a:ea typeface="Antic Didone"/>
                <a:cs typeface="Antic Didone"/>
                <a:sym typeface="Antic Didone"/>
              </a:defRPr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/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/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/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/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/>
        </p:txBody>
      </p:sp>
      <p:sp>
        <p:nvSpPr>
          <p:cNvPr id="41" name="Google Shape;41;p3"/>
          <p:cNvSpPr txBox="1"/>
          <p:nvPr>
            <p:ph idx="27" type="body"/>
          </p:nvPr>
        </p:nvSpPr>
        <p:spPr>
          <a:xfrm>
            <a:off x="3585838" y="5353306"/>
            <a:ext cx="4287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SzPts val="1200"/>
              <a:buFont typeface="Antic Didone"/>
              <a:buChar char="•"/>
              <a:defRPr>
                <a:latin typeface="Antic Didone"/>
                <a:ea typeface="Antic Didone"/>
                <a:cs typeface="Antic Didone"/>
                <a:sym typeface="Antic Didone"/>
              </a:defRPr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/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/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/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/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/>
        </p:txBody>
      </p:sp>
      <p:sp>
        <p:nvSpPr>
          <p:cNvPr id="42" name="Google Shape;42;p3"/>
          <p:cNvSpPr txBox="1"/>
          <p:nvPr>
            <p:ph idx="28" type="body"/>
          </p:nvPr>
        </p:nvSpPr>
        <p:spPr>
          <a:xfrm>
            <a:off x="4461363" y="5353306"/>
            <a:ext cx="4287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SzPts val="1200"/>
              <a:buFont typeface="Antic Didone"/>
              <a:buChar char="•"/>
              <a:defRPr>
                <a:latin typeface="Antic Didone"/>
                <a:ea typeface="Antic Didone"/>
                <a:cs typeface="Antic Didone"/>
                <a:sym typeface="Antic Didone"/>
              </a:defRPr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/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/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/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/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/>
        </p:txBody>
      </p:sp>
      <p:sp>
        <p:nvSpPr>
          <p:cNvPr id="43" name="Google Shape;43;p3"/>
          <p:cNvSpPr txBox="1"/>
          <p:nvPr>
            <p:ph idx="29" type="body"/>
          </p:nvPr>
        </p:nvSpPr>
        <p:spPr>
          <a:xfrm>
            <a:off x="2705975" y="5839306"/>
            <a:ext cx="4287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SzPts val="1200"/>
              <a:buFont typeface="Antic Didone"/>
              <a:buChar char="•"/>
              <a:defRPr>
                <a:latin typeface="Antic Didone"/>
                <a:ea typeface="Antic Didone"/>
                <a:cs typeface="Antic Didone"/>
                <a:sym typeface="Antic Didone"/>
              </a:defRPr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/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/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/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/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/>
        </p:txBody>
      </p:sp>
      <p:sp>
        <p:nvSpPr>
          <p:cNvPr id="44" name="Google Shape;44;p3"/>
          <p:cNvSpPr txBox="1"/>
          <p:nvPr>
            <p:ph idx="30" type="body"/>
          </p:nvPr>
        </p:nvSpPr>
        <p:spPr>
          <a:xfrm>
            <a:off x="3625475" y="5839306"/>
            <a:ext cx="4287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SzPts val="1200"/>
              <a:buFont typeface="Antic Didone"/>
              <a:buChar char="•"/>
              <a:defRPr>
                <a:latin typeface="Antic Didone"/>
                <a:ea typeface="Antic Didone"/>
                <a:cs typeface="Antic Didone"/>
                <a:sym typeface="Antic Didone"/>
              </a:defRPr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/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/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/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/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/>
        </p:txBody>
      </p:sp>
      <p:sp>
        <p:nvSpPr>
          <p:cNvPr id="45" name="Google Shape;45;p3"/>
          <p:cNvSpPr txBox="1"/>
          <p:nvPr>
            <p:ph idx="31" type="body"/>
          </p:nvPr>
        </p:nvSpPr>
        <p:spPr>
          <a:xfrm>
            <a:off x="4501000" y="5839306"/>
            <a:ext cx="4287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SzPts val="1200"/>
              <a:buFont typeface="Antic Didone"/>
              <a:buChar char="•"/>
              <a:defRPr>
                <a:latin typeface="Antic Didone"/>
                <a:ea typeface="Antic Didone"/>
                <a:cs typeface="Antic Didone"/>
                <a:sym typeface="Antic Didone"/>
              </a:defRPr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/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/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/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/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/>
        </p:txBody>
      </p:sp>
      <p:sp>
        <p:nvSpPr>
          <p:cNvPr id="46" name="Google Shape;46;p3"/>
          <p:cNvSpPr txBox="1"/>
          <p:nvPr>
            <p:ph idx="32" type="body"/>
          </p:nvPr>
        </p:nvSpPr>
        <p:spPr>
          <a:xfrm>
            <a:off x="462675" y="3376043"/>
            <a:ext cx="14289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>
              <a:spcBef>
                <a:spcPts val="640"/>
              </a:spcBef>
              <a:spcAft>
                <a:spcPts val="0"/>
              </a:spcAft>
              <a:buSzPts val="1200"/>
              <a:buFont typeface="Antic Didone"/>
              <a:buChar char="•"/>
              <a:defRPr>
                <a:latin typeface="Antic Didone"/>
                <a:ea typeface="Antic Didone"/>
                <a:cs typeface="Antic Didone"/>
                <a:sym typeface="Antic Didone"/>
              </a:defRPr>
            </a:lvl1pPr>
            <a:lvl2pPr indent="-304800" lvl="1" marL="914400" rtl="0">
              <a:spcBef>
                <a:spcPts val="560"/>
              </a:spcBef>
              <a:spcAft>
                <a:spcPts val="0"/>
              </a:spcAft>
              <a:buSzPts val="1200"/>
              <a:buChar char="–"/>
              <a:defRPr/>
            </a:lvl2pPr>
            <a:lvl3pPr indent="-304800" lvl="2" marL="1371600" rtl="0">
              <a:spcBef>
                <a:spcPts val="480"/>
              </a:spcBef>
              <a:spcAft>
                <a:spcPts val="0"/>
              </a:spcAft>
              <a:buSzPts val="1200"/>
              <a:buChar char="•"/>
              <a:defRPr/>
            </a:lvl3pPr>
            <a:lvl4pPr indent="-304800" lvl="3" marL="1828800" rtl="0">
              <a:spcBef>
                <a:spcPts val="400"/>
              </a:spcBef>
              <a:spcAft>
                <a:spcPts val="0"/>
              </a:spcAft>
              <a:buSzPts val="1200"/>
              <a:buChar char="–"/>
              <a:defRPr/>
            </a:lvl4pPr>
            <a:lvl5pPr indent="-304800" lvl="4" marL="2286000" rtl="0">
              <a:spcBef>
                <a:spcPts val="400"/>
              </a:spcBef>
              <a:spcAft>
                <a:spcPts val="0"/>
              </a:spcAft>
              <a:buSzPts val="1200"/>
              <a:buChar char="»"/>
              <a:defRPr/>
            </a:lvl5pPr>
            <a:lvl6pPr indent="-304800" lvl="5" marL="27432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6pPr>
            <a:lvl7pPr indent="-304800" lvl="6" marL="32004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7pPr>
            <a:lvl8pPr indent="-304800" lvl="7" marL="36576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8pPr>
            <a:lvl9pPr indent="-304800" lvl="8" marL="41148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/>
        </p:txBody>
      </p:sp>
      <p:sp>
        <p:nvSpPr>
          <p:cNvPr id="47" name="Google Shape;47;p3"/>
          <p:cNvSpPr txBox="1"/>
          <p:nvPr>
            <p:ph idx="33" type="body"/>
          </p:nvPr>
        </p:nvSpPr>
        <p:spPr>
          <a:xfrm>
            <a:off x="2420750" y="3376025"/>
            <a:ext cx="8307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>
              <a:spcBef>
                <a:spcPts val="640"/>
              </a:spcBef>
              <a:spcAft>
                <a:spcPts val="0"/>
              </a:spcAft>
              <a:buSzPts val="1200"/>
              <a:buFont typeface="Antic Didone"/>
              <a:buChar char="•"/>
              <a:defRPr>
                <a:latin typeface="Antic Didone"/>
                <a:ea typeface="Antic Didone"/>
                <a:cs typeface="Antic Didone"/>
                <a:sym typeface="Antic Didone"/>
              </a:defRPr>
            </a:lvl1pPr>
            <a:lvl2pPr indent="-304800" lvl="1" marL="914400" rtl="0">
              <a:spcBef>
                <a:spcPts val="560"/>
              </a:spcBef>
              <a:spcAft>
                <a:spcPts val="0"/>
              </a:spcAft>
              <a:buSzPts val="1200"/>
              <a:buChar char="–"/>
              <a:defRPr/>
            </a:lvl2pPr>
            <a:lvl3pPr indent="-304800" lvl="2" marL="1371600" rtl="0">
              <a:spcBef>
                <a:spcPts val="480"/>
              </a:spcBef>
              <a:spcAft>
                <a:spcPts val="0"/>
              </a:spcAft>
              <a:buSzPts val="1200"/>
              <a:buChar char="•"/>
              <a:defRPr/>
            </a:lvl3pPr>
            <a:lvl4pPr indent="-304800" lvl="3" marL="1828800" rtl="0">
              <a:spcBef>
                <a:spcPts val="400"/>
              </a:spcBef>
              <a:spcAft>
                <a:spcPts val="0"/>
              </a:spcAft>
              <a:buSzPts val="1200"/>
              <a:buChar char="–"/>
              <a:defRPr/>
            </a:lvl4pPr>
            <a:lvl5pPr indent="-304800" lvl="4" marL="2286000" rtl="0">
              <a:spcBef>
                <a:spcPts val="400"/>
              </a:spcBef>
              <a:spcAft>
                <a:spcPts val="0"/>
              </a:spcAft>
              <a:buSzPts val="1200"/>
              <a:buChar char="»"/>
              <a:defRPr/>
            </a:lvl5pPr>
            <a:lvl6pPr indent="-304800" lvl="5" marL="27432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6pPr>
            <a:lvl7pPr indent="-304800" lvl="6" marL="32004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7pPr>
            <a:lvl8pPr indent="-304800" lvl="7" marL="36576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8pPr>
            <a:lvl9pPr indent="-304800" lvl="8" marL="41148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/>
        </p:txBody>
      </p:sp>
      <p:sp>
        <p:nvSpPr>
          <p:cNvPr id="48" name="Google Shape;48;p3"/>
          <p:cNvSpPr txBox="1"/>
          <p:nvPr>
            <p:ph idx="34" type="body"/>
          </p:nvPr>
        </p:nvSpPr>
        <p:spPr>
          <a:xfrm>
            <a:off x="3409950" y="3376025"/>
            <a:ext cx="7452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>
              <a:spcBef>
                <a:spcPts val="640"/>
              </a:spcBef>
              <a:spcAft>
                <a:spcPts val="0"/>
              </a:spcAft>
              <a:buSzPts val="1200"/>
              <a:buFont typeface="Antic Didone"/>
              <a:buChar char="•"/>
              <a:defRPr>
                <a:latin typeface="Antic Didone"/>
                <a:ea typeface="Antic Didone"/>
                <a:cs typeface="Antic Didone"/>
                <a:sym typeface="Antic Didone"/>
              </a:defRPr>
            </a:lvl1pPr>
            <a:lvl2pPr indent="-304800" lvl="1" marL="914400" rtl="0">
              <a:spcBef>
                <a:spcPts val="560"/>
              </a:spcBef>
              <a:spcAft>
                <a:spcPts val="0"/>
              </a:spcAft>
              <a:buSzPts val="1200"/>
              <a:buChar char="–"/>
              <a:defRPr/>
            </a:lvl2pPr>
            <a:lvl3pPr indent="-304800" lvl="2" marL="1371600" rtl="0">
              <a:spcBef>
                <a:spcPts val="480"/>
              </a:spcBef>
              <a:spcAft>
                <a:spcPts val="0"/>
              </a:spcAft>
              <a:buSzPts val="1200"/>
              <a:buChar char="•"/>
              <a:defRPr/>
            </a:lvl3pPr>
            <a:lvl4pPr indent="-304800" lvl="3" marL="1828800" rtl="0">
              <a:spcBef>
                <a:spcPts val="400"/>
              </a:spcBef>
              <a:spcAft>
                <a:spcPts val="0"/>
              </a:spcAft>
              <a:buSzPts val="1200"/>
              <a:buChar char="–"/>
              <a:defRPr/>
            </a:lvl4pPr>
            <a:lvl5pPr indent="-304800" lvl="4" marL="2286000" rtl="0">
              <a:spcBef>
                <a:spcPts val="400"/>
              </a:spcBef>
              <a:spcAft>
                <a:spcPts val="0"/>
              </a:spcAft>
              <a:buSzPts val="1200"/>
              <a:buChar char="»"/>
              <a:defRPr/>
            </a:lvl5pPr>
            <a:lvl6pPr indent="-304800" lvl="5" marL="27432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6pPr>
            <a:lvl7pPr indent="-304800" lvl="6" marL="32004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7pPr>
            <a:lvl8pPr indent="-304800" lvl="7" marL="36576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8pPr>
            <a:lvl9pPr indent="-304800" lvl="8" marL="41148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/>
        </p:txBody>
      </p:sp>
      <p:sp>
        <p:nvSpPr>
          <p:cNvPr id="49" name="Google Shape;49;p3"/>
          <p:cNvSpPr txBox="1"/>
          <p:nvPr>
            <p:ph idx="35" type="body"/>
          </p:nvPr>
        </p:nvSpPr>
        <p:spPr>
          <a:xfrm>
            <a:off x="4396575" y="3376025"/>
            <a:ext cx="7452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>
              <a:spcBef>
                <a:spcPts val="640"/>
              </a:spcBef>
              <a:spcAft>
                <a:spcPts val="0"/>
              </a:spcAft>
              <a:buSzPts val="1200"/>
              <a:buFont typeface="Antic Didone"/>
              <a:buChar char="•"/>
              <a:defRPr>
                <a:latin typeface="Antic Didone"/>
                <a:ea typeface="Antic Didone"/>
                <a:cs typeface="Antic Didone"/>
                <a:sym typeface="Antic Didone"/>
              </a:defRPr>
            </a:lvl1pPr>
            <a:lvl2pPr indent="-304800" lvl="1" marL="914400" rtl="0">
              <a:spcBef>
                <a:spcPts val="560"/>
              </a:spcBef>
              <a:spcAft>
                <a:spcPts val="0"/>
              </a:spcAft>
              <a:buSzPts val="1200"/>
              <a:buChar char="–"/>
              <a:defRPr/>
            </a:lvl2pPr>
            <a:lvl3pPr indent="-304800" lvl="2" marL="1371600" rtl="0">
              <a:spcBef>
                <a:spcPts val="480"/>
              </a:spcBef>
              <a:spcAft>
                <a:spcPts val="0"/>
              </a:spcAft>
              <a:buSzPts val="1200"/>
              <a:buChar char="•"/>
              <a:defRPr/>
            </a:lvl3pPr>
            <a:lvl4pPr indent="-304800" lvl="3" marL="1828800" rtl="0">
              <a:spcBef>
                <a:spcPts val="400"/>
              </a:spcBef>
              <a:spcAft>
                <a:spcPts val="0"/>
              </a:spcAft>
              <a:buSzPts val="1200"/>
              <a:buChar char="–"/>
              <a:defRPr/>
            </a:lvl4pPr>
            <a:lvl5pPr indent="-304800" lvl="4" marL="2286000" rtl="0">
              <a:spcBef>
                <a:spcPts val="400"/>
              </a:spcBef>
              <a:spcAft>
                <a:spcPts val="0"/>
              </a:spcAft>
              <a:buSzPts val="1200"/>
              <a:buChar char="»"/>
              <a:defRPr/>
            </a:lvl5pPr>
            <a:lvl6pPr indent="-304800" lvl="5" marL="27432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6pPr>
            <a:lvl7pPr indent="-304800" lvl="6" marL="32004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7pPr>
            <a:lvl8pPr indent="-304800" lvl="7" marL="36576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8pPr>
            <a:lvl9pPr indent="-304800" lvl="8" marL="41148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/>
        </p:txBody>
      </p:sp>
      <p:sp>
        <p:nvSpPr>
          <p:cNvPr id="50" name="Google Shape;50;p3"/>
          <p:cNvSpPr txBox="1"/>
          <p:nvPr>
            <p:ph idx="36" type="body"/>
          </p:nvPr>
        </p:nvSpPr>
        <p:spPr>
          <a:xfrm>
            <a:off x="609600" y="2623175"/>
            <a:ext cx="26418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640"/>
              </a:spcBef>
              <a:spcAft>
                <a:spcPts val="0"/>
              </a:spcAft>
              <a:buSzPts val="1000"/>
              <a:buFont typeface="Antic Didone"/>
              <a:buChar char="•"/>
              <a:defRPr sz="1000">
                <a:latin typeface="Antic Didone"/>
                <a:ea typeface="Antic Didone"/>
                <a:cs typeface="Antic Didone"/>
                <a:sym typeface="Antic Didone"/>
              </a:defRPr>
            </a:lvl1pPr>
            <a:lvl2pPr indent="-292100" lvl="1" marL="914400">
              <a:spcBef>
                <a:spcPts val="560"/>
              </a:spcBef>
              <a:spcAft>
                <a:spcPts val="0"/>
              </a:spcAft>
              <a:buSzPts val="1000"/>
              <a:buChar char="–"/>
              <a:defRPr sz="1000"/>
            </a:lvl2pPr>
            <a:lvl3pPr indent="-292100" lvl="2" marL="1371600">
              <a:spcBef>
                <a:spcPts val="480"/>
              </a:spcBef>
              <a:spcAft>
                <a:spcPts val="0"/>
              </a:spcAft>
              <a:buSzPts val="1000"/>
              <a:buChar char="•"/>
              <a:defRPr sz="1000"/>
            </a:lvl3pPr>
            <a:lvl4pPr indent="-292100" lvl="3" marL="1828800">
              <a:spcBef>
                <a:spcPts val="400"/>
              </a:spcBef>
              <a:spcAft>
                <a:spcPts val="0"/>
              </a:spcAft>
              <a:buSzPts val="1000"/>
              <a:buChar char="–"/>
              <a:defRPr sz="1000"/>
            </a:lvl4pPr>
            <a:lvl5pPr indent="-292100" lvl="4" marL="2286000">
              <a:spcBef>
                <a:spcPts val="400"/>
              </a:spcBef>
              <a:spcAft>
                <a:spcPts val="0"/>
              </a:spcAft>
              <a:buSzPts val="1000"/>
              <a:buChar char="»"/>
              <a:defRPr sz="1000"/>
            </a:lvl5pPr>
            <a:lvl6pPr indent="-292100" lvl="5" marL="2743200">
              <a:spcBef>
                <a:spcPts val="400"/>
              </a:spcBef>
              <a:spcAft>
                <a:spcPts val="0"/>
              </a:spcAft>
              <a:buSzPts val="1000"/>
              <a:buChar char="•"/>
              <a:defRPr sz="1000"/>
            </a:lvl6pPr>
            <a:lvl7pPr indent="-292100" lvl="6" marL="3200400">
              <a:spcBef>
                <a:spcPts val="400"/>
              </a:spcBef>
              <a:spcAft>
                <a:spcPts val="0"/>
              </a:spcAft>
              <a:buSzPts val="1000"/>
              <a:buChar char="•"/>
              <a:defRPr sz="1000"/>
            </a:lvl7pPr>
            <a:lvl8pPr indent="-292100" lvl="7" marL="3657600">
              <a:spcBef>
                <a:spcPts val="400"/>
              </a:spcBef>
              <a:spcAft>
                <a:spcPts val="0"/>
              </a:spcAft>
              <a:buSzPts val="1000"/>
              <a:buChar char="•"/>
              <a:defRPr sz="1000"/>
            </a:lvl8pPr>
            <a:lvl9pPr indent="-292100" lvl="8" marL="4114800">
              <a:spcBef>
                <a:spcPts val="400"/>
              </a:spcBef>
              <a:spcAft>
                <a:spcPts val="0"/>
              </a:spcAft>
              <a:buSzPts val="1000"/>
              <a:buChar char="•"/>
              <a:defRPr sz="1000"/>
            </a:lvl9pPr>
          </a:lstStyle>
          <a:p/>
        </p:txBody>
      </p:sp>
      <p:sp>
        <p:nvSpPr>
          <p:cNvPr id="51" name="Google Shape;51;p3"/>
          <p:cNvSpPr txBox="1"/>
          <p:nvPr>
            <p:ph idx="37" type="body"/>
          </p:nvPr>
        </p:nvSpPr>
        <p:spPr>
          <a:xfrm>
            <a:off x="609600" y="2955913"/>
            <a:ext cx="26418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640"/>
              </a:spcBef>
              <a:spcAft>
                <a:spcPts val="0"/>
              </a:spcAft>
              <a:buSzPts val="1000"/>
              <a:buFont typeface="Antic Didone"/>
              <a:buChar char="•"/>
              <a:defRPr sz="1000">
                <a:latin typeface="Antic Didone"/>
                <a:ea typeface="Antic Didone"/>
                <a:cs typeface="Antic Didone"/>
                <a:sym typeface="Antic Didone"/>
              </a:defRPr>
            </a:lvl1pPr>
            <a:lvl2pPr indent="-292100" lvl="1" marL="914400" rtl="0">
              <a:spcBef>
                <a:spcPts val="560"/>
              </a:spcBef>
              <a:spcAft>
                <a:spcPts val="0"/>
              </a:spcAft>
              <a:buSzPts val="1000"/>
              <a:buChar char="–"/>
              <a:defRPr sz="1000"/>
            </a:lvl2pPr>
            <a:lvl3pPr indent="-292100" lvl="2" marL="1371600" rtl="0">
              <a:spcBef>
                <a:spcPts val="480"/>
              </a:spcBef>
              <a:spcAft>
                <a:spcPts val="0"/>
              </a:spcAft>
              <a:buSzPts val="1000"/>
              <a:buChar char="•"/>
              <a:defRPr sz="1000"/>
            </a:lvl3pPr>
            <a:lvl4pPr indent="-292100" lvl="3" marL="1828800" rtl="0">
              <a:spcBef>
                <a:spcPts val="400"/>
              </a:spcBef>
              <a:spcAft>
                <a:spcPts val="0"/>
              </a:spcAft>
              <a:buSzPts val="1000"/>
              <a:buChar char="–"/>
              <a:defRPr sz="1000"/>
            </a:lvl4pPr>
            <a:lvl5pPr indent="-292100" lvl="4" marL="2286000" rtl="0">
              <a:spcBef>
                <a:spcPts val="400"/>
              </a:spcBef>
              <a:spcAft>
                <a:spcPts val="0"/>
              </a:spcAft>
              <a:buSzPts val="1000"/>
              <a:buChar char="»"/>
              <a:defRPr sz="1000"/>
            </a:lvl5pPr>
            <a:lvl6pPr indent="-292100" lvl="5" marL="2743200" rtl="0">
              <a:spcBef>
                <a:spcPts val="400"/>
              </a:spcBef>
              <a:spcAft>
                <a:spcPts val="0"/>
              </a:spcAft>
              <a:buSzPts val="1000"/>
              <a:buChar char="•"/>
              <a:defRPr sz="1000"/>
            </a:lvl6pPr>
            <a:lvl7pPr indent="-292100" lvl="6" marL="3200400" rtl="0">
              <a:spcBef>
                <a:spcPts val="400"/>
              </a:spcBef>
              <a:spcAft>
                <a:spcPts val="0"/>
              </a:spcAft>
              <a:buSzPts val="1000"/>
              <a:buChar char="•"/>
              <a:defRPr sz="1000"/>
            </a:lvl7pPr>
            <a:lvl8pPr indent="-292100" lvl="7" marL="3657600" rtl="0">
              <a:spcBef>
                <a:spcPts val="400"/>
              </a:spcBef>
              <a:spcAft>
                <a:spcPts val="0"/>
              </a:spcAft>
              <a:buSzPts val="1000"/>
              <a:buChar char="•"/>
              <a:defRPr sz="1000"/>
            </a:lvl8pPr>
            <a:lvl9pPr indent="-292100" lvl="8" marL="4114800" rtl="0">
              <a:spcBef>
                <a:spcPts val="400"/>
              </a:spcBef>
              <a:spcAft>
                <a:spcPts val="0"/>
              </a:spcAft>
              <a:buSzPts val="1000"/>
              <a:buChar char="•"/>
              <a:defRPr sz="1000"/>
            </a:lvl9pPr>
          </a:lstStyle>
          <a:p/>
        </p:txBody>
      </p:sp>
      <p:sp>
        <p:nvSpPr>
          <p:cNvPr id="52" name="Google Shape;52;p3"/>
          <p:cNvSpPr txBox="1"/>
          <p:nvPr>
            <p:ph idx="38" type="subTitle"/>
          </p:nvPr>
        </p:nvSpPr>
        <p:spPr>
          <a:xfrm>
            <a:off x="609600" y="2366000"/>
            <a:ext cx="21909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640"/>
              </a:spcBef>
              <a:spcAft>
                <a:spcPts val="0"/>
              </a:spcAft>
              <a:buSzPts val="1500"/>
              <a:buFont typeface="Antic Didone"/>
              <a:buNone/>
              <a:defRPr sz="1500">
                <a:latin typeface="Antic Didone"/>
                <a:ea typeface="Antic Didone"/>
                <a:cs typeface="Antic Didone"/>
                <a:sym typeface="Antic Didone"/>
              </a:defRPr>
            </a:lvl1pPr>
            <a:lvl2pPr lvl="1">
              <a:spcBef>
                <a:spcPts val="56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48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3" name="Google Shape;53;p3"/>
          <p:cNvSpPr txBox="1"/>
          <p:nvPr>
            <p:ph idx="39" type="body"/>
          </p:nvPr>
        </p:nvSpPr>
        <p:spPr>
          <a:xfrm>
            <a:off x="609600" y="2204075"/>
            <a:ext cx="1724100" cy="15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640"/>
              </a:spcBef>
              <a:spcAft>
                <a:spcPts val="0"/>
              </a:spcAft>
              <a:buSzPts val="1200"/>
              <a:buChar char="•"/>
              <a:defRPr/>
            </a:lvl1pPr>
            <a:lvl2pPr indent="-304800" lvl="1" marL="914400">
              <a:spcBef>
                <a:spcPts val="560"/>
              </a:spcBef>
              <a:spcAft>
                <a:spcPts val="0"/>
              </a:spcAft>
              <a:buSzPts val="1200"/>
              <a:buChar char="–"/>
              <a:defRPr/>
            </a:lvl2pPr>
            <a:lvl3pPr indent="-304800" lvl="2" marL="1371600">
              <a:spcBef>
                <a:spcPts val="480"/>
              </a:spcBef>
              <a:spcAft>
                <a:spcPts val="0"/>
              </a:spcAft>
              <a:buSzPts val="1200"/>
              <a:buChar char="•"/>
              <a:defRPr/>
            </a:lvl3pPr>
            <a:lvl4pPr indent="-304800" lvl="3" marL="1828800">
              <a:spcBef>
                <a:spcPts val="400"/>
              </a:spcBef>
              <a:spcAft>
                <a:spcPts val="0"/>
              </a:spcAft>
              <a:buSzPts val="1200"/>
              <a:buChar char="–"/>
              <a:defRPr/>
            </a:lvl4pPr>
            <a:lvl5pPr indent="-304800" lvl="4" marL="2286000">
              <a:spcBef>
                <a:spcPts val="400"/>
              </a:spcBef>
              <a:spcAft>
                <a:spcPts val="0"/>
              </a:spcAft>
              <a:buSzPts val="1200"/>
              <a:buChar char="»"/>
              <a:defRPr/>
            </a:lvl5pPr>
            <a:lvl6pPr indent="-304800" lvl="5" marL="274320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6pPr>
            <a:lvl7pPr indent="-304800" lvl="6" marL="320040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7pPr>
            <a:lvl8pPr indent="-304800" lvl="7" marL="365760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8pPr>
            <a:lvl9pPr indent="-304800" lvl="8" marL="411480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/>
        </p:txBody>
      </p:sp>
      <p:sp>
        <p:nvSpPr>
          <p:cNvPr id="54" name="Google Shape;54;p3"/>
          <p:cNvSpPr txBox="1"/>
          <p:nvPr>
            <p:ph type="title"/>
          </p:nvPr>
        </p:nvSpPr>
        <p:spPr>
          <a:xfrm>
            <a:off x="552450" y="1223000"/>
            <a:ext cx="4314600" cy="8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5" name="Google Shape;55;p3"/>
          <p:cNvSpPr txBox="1"/>
          <p:nvPr>
            <p:ph idx="40" type="body"/>
          </p:nvPr>
        </p:nvSpPr>
        <p:spPr>
          <a:xfrm>
            <a:off x="609600" y="842000"/>
            <a:ext cx="12057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640"/>
              </a:spcBef>
              <a:spcAft>
                <a:spcPts val="0"/>
              </a:spcAft>
              <a:buSzPts val="1000"/>
              <a:buFont typeface="Antic Didone"/>
              <a:buChar char="•"/>
              <a:defRPr sz="1000">
                <a:latin typeface="Antic Didone"/>
                <a:ea typeface="Antic Didone"/>
                <a:cs typeface="Antic Didone"/>
                <a:sym typeface="Antic Didone"/>
              </a:defRPr>
            </a:lvl1pPr>
            <a:lvl2pPr indent="-304800" lvl="1" marL="914400">
              <a:spcBef>
                <a:spcPts val="560"/>
              </a:spcBef>
              <a:spcAft>
                <a:spcPts val="0"/>
              </a:spcAft>
              <a:buSzPts val="1200"/>
              <a:buChar char="–"/>
              <a:defRPr/>
            </a:lvl2pPr>
            <a:lvl3pPr indent="-304800" lvl="2" marL="1371600">
              <a:spcBef>
                <a:spcPts val="480"/>
              </a:spcBef>
              <a:spcAft>
                <a:spcPts val="0"/>
              </a:spcAft>
              <a:buSzPts val="1200"/>
              <a:buChar char="•"/>
              <a:defRPr/>
            </a:lvl3pPr>
            <a:lvl4pPr indent="-304800" lvl="3" marL="1828800">
              <a:spcBef>
                <a:spcPts val="400"/>
              </a:spcBef>
              <a:spcAft>
                <a:spcPts val="0"/>
              </a:spcAft>
              <a:buSzPts val="1200"/>
              <a:buChar char="–"/>
              <a:defRPr/>
            </a:lvl4pPr>
            <a:lvl5pPr indent="-304800" lvl="4" marL="2286000">
              <a:spcBef>
                <a:spcPts val="400"/>
              </a:spcBef>
              <a:spcAft>
                <a:spcPts val="0"/>
              </a:spcAft>
              <a:buSzPts val="1200"/>
              <a:buChar char="»"/>
              <a:defRPr/>
            </a:lvl5pPr>
            <a:lvl6pPr indent="-304800" lvl="5" marL="274320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6pPr>
            <a:lvl7pPr indent="-304800" lvl="6" marL="320040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7pPr>
            <a:lvl8pPr indent="-304800" lvl="7" marL="365760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8pPr>
            <a:lvl9pPr indent="-304800" lvl="8" marL="411480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/>
        </p:txBody>
      </p:sp>
      <p:sp>
        <p:nvSpPr>
          <p:cNvPr id="56" name="Google Shape;56;p3"/>
          <p:cNvSpPr txBox="1"/>
          <p:nvPr>
            <p:ph idx="41" type="subTitle"/>
          </p:nvPr>
        </p:nvSpPr>
        <p:spPr>
          <a:xfrm>
            <a:off x="609600" y="603875"/>
            <a:ext cx="11676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64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56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48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7" name="Google Shape;57;p3"/>
          <p:cNvSpPr txBox="1"/>
          <p:nvPr>
            <p:ph idx="42" type="body"/>
          </p:nvPr>
        </p:nvSpPr>
        <p:spPr>
          <a:xfrm>
            <a:off x="2420750" y="834350"/>
            <a:ext cx="12057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640"/>
              </a:spcBef>
              <a:spcAft>
                <a:spcPts val="0"/>
              </a:spcAft>
              <a:buSzPts val="1000"/>
              <a:buFont typeface="Antic Didone"/>
              <a:buChar char="•"/>
              <a:defRPr sz="1000">
                <a:latin typeface="Antic Didone"/>
                <a:ea typeface="Antic Didone"/>
                <a:cs typeface="Antic Didone"/>
                <a:sym typeface="Antic Didone"/>
              </a:defRPr>
            </a:lvl1pPr>
            <a:lvl2pPr indent="-304800" lvl="1" marL="914400" rtl="0">
              <a:spcBef>
                <a:spcPts val="560"/>
              </a:spcBef>
              <a:spcAft>
                <a:spcPts val="0"/>
              </a:spcAft>
              <a:buSzPts val="1200"/>
              <a:buChar char="–"/>
              <a:defRPr/>
            </a:lvl2pPr>
            <a:lvl3pPr indent="-304800" lvl="2" marL="1371600" rtl="0">
              <a:spcBef>
                <a:spcPts val="480"/>
              </a:spcBef>
              <a:spcAft>
                <a:spcPts val="0"/>
              </a:spcAft>
              <a:buSzPts val="1200"/>
              <a:buChar char="•"/>
              <a:defRPr/>
            </a:lvl3pPr>
            <a:lvl4pPr indent="-304800" lvl="3" marL="1828800" rtl="0">
              <a:spcBef>
                <a:spcPts val="400"/>
              </a:spcBef>
              <a:spcAft>
                <a:spcPts val="0"/>
              </a:spcAft>
              <a:buSzPts val="1200"/>
              <a:buChar char="–"/>
              <a:defRPr/>
            </a:lvl4pPr>
            <a:lvl5pPr indent="-304800" lvl="4" marL="2286000" rtl="0">
              <a:spcBef>
                <a:spcPts val="400"/>
              </a:spcBef>
              <a:spcAft>
                <a:spcPts val="0"/>
              </a:spcAft>
              <a:buSzPts val="1200"/>
              <a:buChar char="»"/>
              <a:defRPr/>
            </a:lvl5pPr>
            <a:lvl6pPr indent="-304800" lvl="5" marL="27432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6pPr>
            <a:lvl7pPr indent="-304800" lvl="6" marL="32004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7pPr>
            <a:lvl8pPr indent="-304800" lvl="7" marL="36576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8pPr>
            <a:lvl9pPr indent="-304800" lvl="8" marL="41148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/>
        </p:txBody>
      </p:sp>
      <p:sp>
        <p:nvSpPr>
          <p:cNvPr id="58" name="Google Shape;58;p3"/>
          <p:cNvSpPr txBox="1"/>
          <p:nvPr>
            <p:ph idx="43" type="subTitle"/>
          </p:nvPr>
        </p:nvSpPr>
        <p:spPr>
          <a:xfrm>
            <a:off x="2420750" y="596225"/>
            <a:ext cx="11676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56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61" name="Google Shape;61;p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2" name="Google Shape;62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67" name="Google Shape;67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73" name="Google Shape;73;p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4" name="Google Shape;74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79" name="Google Shape;79;p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0" name="Google Shape;80;p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1" name="Google Shape;81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86" name="Google Shape;86;p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7" name="Google Shape;87;p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8" name="Google Shape;88;p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9" name="Google Shape;89;p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90" name="Google Shape;90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95" name="Google Shape;95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00" name="Google Shape;100;p1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1" name="Google Shape;101;p1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2" name="Google Shape;10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07" name="Google Shape;107;p1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1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9" name="Google Shape;109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14" name="Google Shape;114;p1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20" name="Google Shape;120;p1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ato"/>
              <a:buNone/>
              <a:defRPr b="1" i="0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Font typeface="Lato"/>
              <a:buNone/>
              <a:defRPr b="1" sz="40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Font typeface="Lato"/>
              <a:buNone/>
              <a:defRPr b="1" sz="40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Font typeface="Lato"/>
              <a:buNone/>
              <a:defRPr b="1" sz="40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Font typeface="Lato"/>
              <a:buNone/>
              <a:defRPr b="1" sz="40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Font typeface="Lato"/>
              <a:buNone/>
              <a:defRPr b="1" sz="40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Font typeface="Lato"/>
              <a:buNone/>
              <a:defRPr b="1" sz="40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Font typeface="Lato"/>
              <a:buNone/>
              <a:defRPr b="1" sz="40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Font typeface="Lato"/>
              <a:buNone/>
              <a:defRPr b="1" sz="4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•"/>
              <a:defRPr i="0" sz="1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48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tic Didone"/>
              <a:buChar char="–"/>
              <a:defRPr i="0" sz="1200" u="none" cap="none" strike="noStrike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2pPr>
            <a:lvl3pPr indent="-3048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tic Didone"/>
              <a:buChar char="•"/>
              <a:defRPr i="0" sz="1200" u="none" cap="none" strike="noStrike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3pPr>
            <a:lvl4pPr indent="-3048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tic Didone"/>
              <a:buChar char="–"/>
              <a:defRPr i="0" sz="1200" u="none" cap="none" strike="noStrike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tic Didone"/>
              <a:buChar char="»"/>
              <a:defRPr i="0" sz="1200" u="none" cap="none" strike="noStrike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tic Didone"/>
              <a:buChar char="•"/>
              <a:defRPr i="0" sz="1200" u="none" cap="none" strike="noStrike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tic Didone"/>
              <a:buChar char="•"/>
              <a:defRPr i="0" sz="1200" u="none" cap="none" strike="noStrike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tic Didone"/>
              <a:buChar char="•"/>
              <a:defRPr i="0" sz="1200" u="none" cap="none" strike="noStrike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tic Didone"/>
              <a:buChar char="•"/>
              <a:defRPr i="0" sz="1200" u="none" cap="none" strike="noStrike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752624"/>
            <a:ext cx="7556501" cy="1962253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4"/>
          <p:cNvSpPr txBox="1"/>
          <p:nvPr/>
        </p:nvSpPr>
        <p:spPr>
          <a:xfrm rot="5400000">
            <a:off x="5245830" y="4710411"/>
            <a:ext cx="3116302" cy="99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5" u="none" cap="none" strike="noStrike">
                <a:solidFill>
                  <a:srgbClr val="F6DEA8"/>
                </a:solidFill>
                <a:latin typeface="Lato"/>
                <a:ea typeface="Lato"/>
                <a:cs typeface="Lato"/>
                <a:sym typeface="Lato"/>
              </a:rPr>
              <a:t>HISOB-FAKTURA</a:t>
            </a:r>
            <a:endParaRPr/>
          </a:p>
        </p:txBody>
      </p:sp>
      <p:sp>
        <p:nvSpPr>
          <p:cNvPr id="130" name="Google Shape;130;p14"/>
          <p:cNvSpPr txBox="1"/>
          <p:nvPr/>
        </p:nvSpPr>
        <p:spPr>
          <a:xfrm>
            <a:off x="606330" y="1102932"/>
            <a:ext cx="4775886" cy="706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79" u="none" cap="none" strike="noStrike">
                <a:solidFill>
                  <a:srgbClr val="323131"/>
                </a:solidFill>
                <a:latin typeface="Lato"/>
                <a:ea typeface="Lato"/>
                <a:cs typeface="Lato"/>
                <a:sym typeface="Lato"/>
              </a:rPr>
              <a:t>[KOMPANIYA NOMI]</a:t>
            </a:r>
            <a:endParaRPr/>
          </a:p>
        </p:txBody>
      </p:sp>
      <p:sp>
        <p:nvSpPr>
          <p:cNvPr id="131" name="Google Shape;131;p14"/>
          <p:cNvSpPr/>
          <p:nvPr/>
        </p:nvSpPr>
        <p:spPr>
          <a:xfrm>
            <a:off x="0" y="3329516"/>
            <a:ext cx="5382216" cy="331095"/>
          </a:xfrm>
          <a:custGeom>
            <a:rect b="b" l="l" r="r" t="t"/>
            <a:pathLst>
              <a:path extrusionOk="0" h="152400" w="2477386">
                <a:moveTo>
                  <a:pt x="0" y="0"/>
                </a:moveTo>
                <a:lnTo>
                  <a:pt x="2477386" y="0"/>
                </a:lnTo>
                <a:lnTo>
                  <a:pt x="2477386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F6DEA8">
              <a:alpha val="89803"/>
            </a:srgbClr>
          </a:solidFill>
          <a:ln>
            <a:noFill/>
          </a:ln>
        </p:spPr>
        <p:txBody>
          <a:bodyPr wrap="square"/>
          <a:p/>
        </p:txBody>
      </p:sp>
      <p:sp>
        <p:nvSpPr>
          <p:cNvPr id="132" name="Google Shape;132;p14"/>
          <p:cNvSpPr txBox="1"/>
          <p:nvPr/>
        </p:nvSpPr>
        <p:spPr>
          <a:xfrm>
            <a:off x="593326" y="571675"/>
            <a:ext cx="1015145" cy="207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0" u="none" cap="none" strike="noStrike">
                <a:solidFill>
                  <a:srgbClr val="323131"/>
                </a:solidFill>
                <a:latin typeface="Lato"/>
                <a:ea typeface="Lato"/>
                <a:cs typeface="Lato"/>
                <a:sym typeface="Lato"/>
              </a:rPr>
              <a:t>Hisob-faktura № :</a:t>
            </a:r>
            <a:endParaRPr/>
          </a:p>
        </p:txBody>
      </p:sp>
      <p:sp>
        <p:nvSpPr>
          <p:cNvPr id="133" name="Google Shape;133;p14"/>
          <p:cNvSpPr txBox="1"/>
          <p:nvPr/>
        </p:nvSpPr>
        <p:spPr>
          <a:xfrm>
            <a:off x="2095388" y="571675"/>
            <a:ext cx="1029879" cy="207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6" u="none" cap="none" strike="noStrike">
                <a:solidFill>
                  <a:srgbClr val="323131"/>
                </a:solidFill>
                <a:latin typeface="Lato"/>
                <a:ea typeface="Lato"/>
                <a:cs typeface="Lato"/>
                <a:sym typeface="Lato"/>
              </a:rPr>
              <a:t>To'lov muddati :</a:t>
            </a:r>
            <a:endParaRPr/>
          </a:p>
        </p:txBody>
      </p:sp>
      <p:sp>
        <p:nvSpPr>
          <p:cNvPr id="134" name="Google Shape;134;p14"/>
          <p:cNvSpPr txBox="1"/>
          <p:nvPr/>
        </p:nvSpPr>
        <p:spPr>
          <a:xfrm>
            <a:off x="2095388" y="783460"/>
            <a:ext cx="1379013" cy="1745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1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24 November, 2025</a:t>
            </a:r>
            <a:endParaRPr/>
          </a:p>
        </p:txBody>
      </p:sp>
      <p:sp>
        <p:nvSpPr>
          <p:cNvPr id="135" name="Google Shape;135;p14"/>
          <p:cNvSpPr txBox="1"/>
          <p:nvPr/>
        </p:nvSpPr>
        <p:spPr>
          <a:xfrm>
            <a:off x="593326" y="783460"/>
            <a:ext cx="1015145" cy="1745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1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#123456</a:t>
            </a:r>
            <a:endParaRPr/>
          </a:p>
        </p:txBody>
      </p:sp>
      <p:sp>
        <p:nvSpPr>
          <p:cNvPr id="136" name="Google Shape;136;p14"/>
          <p:cNvSpPr txBox="1"/>
          <p:nvPr/>
        </p:nvSpPr>
        <p:spPr>
          <a:xfrm>
            <a:off x="593668" y="2065775"/>
            <a:ext cx="1670823" cy="207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23131"/>
                </a:solidFill>
                <a:latin typeface="Lato"/>
                <a:ea typeface="Lato"/>
                <a:cs typeface="Lato"/>
                <a:sym typeface="Lato"/>
              </a:rPr>
              <a:t>Mijoz :</a:t>
            </a:r>
            <a:endParaRPr/>
          </a:p>
        </p:txBody>
      </p:sp>
      <p:sp>
        <p:nvSpPr>
          <p:cNvPr id="137" name="Google Shape;137;p14"/>
          <p:cNvSpPr txBox="1"/>
          <p:nvPr/>
        </p:nvSpPr>
        <p:spPr>
          <a:xfrm>
            <a:off x="593668" y="2284283"/>
            <a:ext cx="2112426" cy="266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2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Kompaniya nomini kiriting</a:t>
            </a:r>
            <a:endParaRPr/>
          </a:p>
        </p:txBody>
      </p:sp>
      <p:sp>
        <p:nvSpPr>
          <p:cNvPr id="138" name="Google Shape;138;p14"/>
          <p:cNvSpPr txBox="1"/>
          <p:nvPr/>
        </p:nvSpPr>
        <p:spPr>
          <a:xfrm>
            <a:off x="593326" y="3922854"/>
            <a:ext cx="1552666" cy="198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2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Asosiy punktni kiriting</a:t>
            </a:r>
            <a:endParaRPr/>
          </a:p>
        </p:txBody>
      </p:sp>
      <p:sp>
        <p:nvSpPr>
          <p:cNvPr id="139" name="Google Shape;139;p14"/>
          <p:cNvSpPr txBox="1"/>
          <p:nvPr/>
        </p:nvSpPr>
        <p:spPr>
          <a:xfrm>
            <a:off x="3275123" y="3913329"/>
            <a:ext cx="612406" cy="17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$100</a:t>
            </a:r>
            <a:endParaRPr/>
          </a:p>
        </p:txBody>
      </p:sp>
      <p:sp>
        <p:nvSpPr>
          <p:cNvPr id="140" name="Google Shape;140;p14"/>
          <p:cNvSpPr txBox="1"/>
          <p:nvPr/>
        </p:nvSpPr>
        <p:spPr>
          <a:xfrm>
            <a:off x="4148518" y="3913329"/>
            <a:ext cx="612406" cy="17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$100</a:t>
            </a:r>
            <a:endParaRPr/>
          </a:p>
        </p:txBody>
      </p:sp>
      <p:sp>
        <p:nvSpPr>
          <p:cNvPr id="141" name="Google Shape;141;p14"/>
          <p:cNvSpPr txBox="1"/>
          <p:nvPr/>
        </p:nvSpPr>
        <p:spPr>
          <a:xfrm>
            <a:off x="2355633" y="3913329"/>
            <a:ext cx="612406" cy="17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1</a:t>
            </a:r>
            <a:endParaRPr/>
          </a:p>
        </p:txBody>
      </p:sp>
      <p:sp>
        <p:nvSpPr>
          <p:cNvPr id="142" name="Google Shape;142;p14"/>
          <p:cNvSpPr txBox="1"/>
          <p:nvPr/>
        </p:nvSpPr>
        <p:spPr>
          <a:xfrm>
            <a:off x="593326" y="4425265"/>
            <a:ext cx="1552666" cy="198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2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Asosiy punktni kiriting</a:t>
            </a:r>
            <a:endParaRPr/>
          </a:p>
        </p:txBody>
      </p:sp>
      <p:sp>
        <p:nvSpPr>
          <p:cNvPr id="143" name="Google Shape;143;p14"/>
          <p:cNvSpPr txBox="1"/>
          <p:nvPr/>
        </p:nvSpPr>
        <p:spPr>
          <a:xfrm>
            <a:off x="3275123" y="4415740"/>
            <a:ext cx="612406" cy="17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$100</a:t>
            </a:r>
            <a:endParaRPr/>
          </a:p>
        </p:txBody>
      </p:sp>
      <p:sp>
        <p:nvSpPr>
          <p:cNvPr id="144" name="Google Shape;144;p14"/>
          <p:cNvSpPr txBox="1"/>
          <p:nvPr/>
        </p:nvSpPr>
        <p:spPr>
          <a:xfrm>
            <a:off x="4148518" y="4415740"/>
            <a:ext cx="612406" cy="17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$100</a:t>
            </a:r>
            <a:endParaRPr/>
          </a:p>
        </p:txBody>
      </p:sp>
      <p:sp>
        <p:nvSpPr>
          <p:cNvPr id="145" name="Google Shape;145;p14"/>
          <p:cNvSpPr txBox="1"/>
          <p:nvPr/>
        </p:nvSpPr>
        <p:spPr>
          <a:xfrm>
            <a:off x="2355633" y="4415740"/>
            <a:ext cx="612406" cy="17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1</a:t>
            </a:r>
            <a:endParaRPr/>
          </a:p>
        </p:txBody>
      </p:sp>
      <p:sp>
        <p:nvSpPr>
          <p:cNvPr id="146" name="Google Shape;146;p14"/>
          <p:cNvSpPr txBox="1"/>
          <p:nvPr/>
        </p:nvSpPr>
        <p:spPr>
          <a:xfrm>
            <a:off x="593326" y="4927676"/>
            <a:ext cx="1552666" cy="198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2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Asosiy punktni kiriting</a:t>
            </a:r>
            <a:endParaRPr/>
          </a:p>
        </p:txBody>
      </p:sp>
      <p:sp>
        <p:nvSpPr>
          <p:cNvPr id="147" name="Google Shape;147;p14"/>
          <p:cNvSpPr txBox="1"/>
          <p:nvPr/>
        </p:nvSpPr>
        <p:spPr>
          <a:xfrm>
            <a:off x="3275123" y="4918151"/>
            <a:ext cx="612406" cy="17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$100</a:t>
            </a:r>
            <a:endParaRPr/>
          </a:p>
        </p:txBody>
      </p:sp>
      <p:sp>
        <p:nvSpPr>
          <p:cNvPr id="148" name="Google Shape;148;p14"/>
          <p:cNvSpPr txBox="1"/>
          <p:nvPr/>
        </p:nvSpPr>
        <p:spPr>
          <a:xfrm>
            <a:off x="4148518" y="4918151"/>
            <a:ext cx="612406" cy="17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$100</a:t>
            </a:r>
            <a:endParaRPr/>
          </a:p>
        </p:txBody>
      </p:sp>
      <p:sp>
        <p:nvSpPr>
          <p:cNvPr id="149" name="Google Shape;149;p14"/>
          <p:cNvSpPr txBox="1"/>
          <p:nvPr/>
        </p:nvSpPr>
        <p:spPr>
          <a:xfrm>
            <a:off x="2355633" y="4918151"/>
            <a:ext cx="612406" cy="17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1</a:t>
            </a:r>
            <a:endParaRPr/>
          </a:p>
        </p:txBody>
      </p:sp>
      <p:sp>
        <p:nvSpPr>
          <p:cNvPr id="150" name="Google Shape;150;p14"/>
          <p:cNvSpPr txBox="1"/>
          <p:nvPr/>
        </p:nvSpPr>
        <p:spPr>
          <a:xfrm>
            <a:off x="3274773" y="3384867"/>
            <a:ext cx="612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23131"/>
                </a:solidFill>
                <a:latin typeface="Lato"/>
                <a:ea typeface="Lato"/>
                <a:cs typeface="Lato"/>
                <a:sym typeface="Lato"/>
              </a:rPr>
              <a:t>Narxi</a:t>
            </a:r>
            <a:endParaRPr/>
          </a:p>
        </p:txBody>
      </p:sp>
      <p:sp>
        <p:nvSpPr>
          <p:cNvPr id="151" name="Google Shape;151;p14"/>
          <p:cNvSpPr txBox="1"/>
          <p:nvPr/>
        </p:nvSpPr>
        <p:spPr>
          <a:xfrm>
            <a:off x="4041093" y="3384867"/>
            <a:ext cx="830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23131"/>
                </a:solidFill>
                <a:latin typeface="Lato"/>
                <a:ea typeface="Lato"/>
                <a:cs typeface="Lato"/>
                <a:sym typeface="Lato"/>
              </a:rPr>
              <a:t>Jami</a:t>
            </a:r>
            <a:endParaRPr/>
          </a:p>
        </p:txBody>
      </p:sp>
      <p:sp>
        <p:nvSpPr>
          <p:cNvPr id="152" name="Google Shape;152;p14"/>
          <p:cNvSpPr txBox="1"/>
          <p:nvPr/>
        </p:nvSpPr>
        <p:spPr>
          <a:xfrm>
            <a:off x="2355283" y="3384867"/>
            <a:ext cx="612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24" u="none" cap="none" strike="noStrike">
                <a:solidFill>
                  <a:srgbClr val="323131"/>
                </a:solidFill>
                <a:latin typeface="Lato"/>
                <a:ea typeface="Lato"/>
                <a:cs typeface="Lato"/>
                <a:sym typeface="Lato"/>
              </a:rPr>
              <a:t>Soni</a:t>
            </a:r>
            <a:endParaRPr/>
          </a:p>
        </p:txBody>
      </p:sp>
      <p:sp>
        <p:nvSpPr>
          <p:cNvPr id="153" name="Google Shape;153;p14"/>
          <p:cNvSpPr txBox="1"/>
          <p:nvPr/>
        </p:nvSpPr>
        <p:spPr>
          <a:xfrm>
            <a:off x="593318" y="3384867"/>
            <a:ext cx="1552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23131"/>
                </a:solidFill>
                <a:latin typeface="Lato"/>
                <a:ea typeface="Lato"/>
                <a:cs typeface="Lato"/>
                <a:sym typeface="Lato"/>
              </a:rPr>
              <a:t>Xizmat</a:t>
            </a:r>
            <a:endParaRPr/>
          </a:p>
        </p:txBody>
      </p:sp>
      <p:sp>
        <p:nvSpPr>
          <p:cNvPr id="154" name="Google Shape;154;p14"/>
          <p:cNvSpPr txBox="1"/>
          <p:nvPr/>
        </p:nvSpPr>
        <p:spPr>
          <a:xfrm>
            <a:off x="550823" y="7102991"/>
            <a:ext cx="1858527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9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Bank nomi : Bank nomini kiriting Bank hisobi : 1234567890</a:t>
            </a:r>
            <a:endParaRPr/>
          </a:p>
        </p:txBody>
      </p:sp>
      <p:sp>
        <p:nvSpPr>
          <p:cNvPr id="155" name="Google Shape;155;p14"/>
          <p:cNvSpPr txBox="1"/>
          <p:nvPr/>
        </p:nvSpPr>
        <p:spPr>
          <a:xfrm>
            <a:off x="550823" y="6826961"/>
            <a:ext cx="1858527" cy="207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60" u="none" cap="none" strike="noStrike">
                <a:solidFill>
                  <a:srgbClr val="323131"/>
                </a:solidFill>
                <a:latin typeface="Lato"/>
                <a:ea typeface="Lato"/>
                <a:cs typeface="Lato"/>
                <a:sym typeface="Lato"/>
              </a:rPr>
              <a:t>To'lov ma'lumotlari :</a:t>
            </a:r>
            <a:endParaRPr/>
          </a:p>
        </p:txBody>
      </p:sp>
      <p:sp>
        <p:nvSpPr>
          <p:cNvPr id="156" name="Google Shape;156;p14"/>
          <p:cNvSpPr txBox="1"/>
          <p:nvPr/>
        </p:nvSpPr>
        <p:spPr>
          <a:xfrm>
            <a:off x="4037375" y="6442852"/>
            <a:ext cx="834692" cy="316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23131"/>
                </a:solidFill>
                <a:latin typeface="Lato"/>
                <a:ea typeface="Lato"/>
                <a:cs typeface="Lato"/>
                <a:sym typeface="Lato"/>
              </a:rPr>
              <a:t>$550</a:t>
            </a:r>
            <a:endParaRPr/>
          </a:p>
        </p:txBody>
      </p:sp>
      <p:sp>
        <p:nvSpPr>
          <p:cNvPr id="157" name="Google Shape;157;p14"/>
          <p:cNvSpPr txBox="1"/>
          <p:nvPr/>
        </p:nvSpPr>
        <p:spPr>
          <a:xfrm>
            <a:off x="2867903" y="6442852"/>
            <a:ext cx="912097" cy="316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99" u="none" cap="none" strike="noStrike">
                <a:solidFill>
                  <a:srgbClr val="323131"/>
                </a:solidFill>
                <a:latin typeface="Lato"/>
                <a:ea typeface="Lato"/>
                <a:cs typeface="Lato"/>
                <a:sym typeface="Lato"/>
              </a:rPr>
              <a:t>Jami :</a:t>
            </a:r>
            <a:endParaRPr/>
          </a:p>
        </p:txBody>
      </p:sp>
      <p:sp>
        <p:nvSpPr>
          <p:cNvPr id="158" name="Google Shape;158;p14"/>
          <p:cNvSpPr txBox="1"/>
          <p:nvPr/>
        </p:nvSpPr>
        <p:spPr>
          <a:xfrm>
            <a:off x="550823" y="7900568"/>
            <a:ext cx="3903899" cy="587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9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Ushbu bo'limda to'lov va xizmat ko'rsatish bo'yicha tegishli shartlar va qoidalar ko'rsatiladi.</a:t>
            </a:r>
            <a:endParaRPr/>
          </a:p>
        </p:txBody>
      </p:sp>
      <p:sp>
        <p:nvSpPr>
          <p:cNvPr id="159" name="Google Shape;159;p14"/>
          <p:cNvSpPr txBox="1"/>
          <p:nvPr/>
        </p:nvSpPr>
        <p:spPr>
          <a:xfrm>
            <a:off x="550823" y="7652033"/>
            <a:ext cx="2353742" cy="207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23131"/>
                </a:solidFill>
                <a:latin typeface="Lato"/>
                <a:ea typeface="Lato"/>
                <a:cs typeface="Lato"/>
                <a:sym typeface="Lato"/>
              </a:rPr>
              <a:t>Shartlar va qoidalar :</a:t>
            </a:r>
            <a:endParaRPr/>
          </a:p>
        </p:txBody>
      </p:sp>
      <p:cxnSp>
        <p:nvCxnSpPr>
          <p:cNvPr id="160" name="Google Shape;160;p14"/>
          <p:cNvCxnSpPr/>
          <p:nvPr/>
        </p:nvCxnSpPr>
        <p:spPr>
          <a:xfrm>
            <a:off x="6746831" y="0"/>
            <a:ext cx="0" cy="2933911"/>
          </a:xfrm>
          <a:prstGeom prst="straightConnector1">
            <a:avLst/>
          </a:prstGeom>
          <a:noFill/>
          <a:ln cap="flat" cmpd="sng" w="38100">
            <a:solidFill>
              <a:srgbClr val="F6DE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1" name="Google Shape;161;p14"/>
          <p:cNvSpPr txBox="1"/>
          <p:nvPr/>
        </p:nvSpPr>
        <p:spPr>
          <a:xfrm>
            <a:off x="593668" y="5392496"/>
            <a:ext cx="1552666" cy="198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2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Asosiy punktni kiriting</a:t>
            </a:r>
            <a:endParaRPr/>
          </a:p>
        </p:txBody>
      </p:sp>
      <p:sp>
        <p:nvSpPr>
          <p:cNvPr id="162" name="Google Shape;162;p14"/>
          <p:cNvSpPr txBox="1"/>
          <p:nvPr/>
        </p:nvSpPr>
        <p:spPr>
          <a:xfrm>
            <a:off x="3275465" y="5382971"/>
            <a:ext cx="612406" cy="17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$100</a:t>
            </a:r>
            <a:endParaRPr/>
          </a:p>
        </p:txBody>
      </p:sp>
      <p:sp>
        <p:nvSpPr>
          <p:cNvPr id="163" name="Google Shape;163;p14"/>
          <p:cNvSpPr txBox="1"/>
          <p:nvPr/>
        </p:nvSpPr>
        <p:spPr>
          <a:xfrm>
            <a:off x="4148860" y="5382971"/>
            <a:ext cx="612406" cy="17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$100</a:t>
            </a:r>
            <a:endParaRPr/>
          </a:p>
        </p:txBody>
      </p:sp>
      <p:sp>
        <p:nvSpPr>
          <p:cNvPr id="164" name="Google Shape;164;p14"/>
          <p:cNvSpPr txBox="1"/>
          <p:nvPr/>
        </p:nvSpPr>
        <p:spPr>
          <a:xfrm>
            <a:off x="2355975" y="5382971"/>
            <a:ext cx="612406" cy="17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1</a:t>
            </a:r>
            <a:endParaRPr/>
          </a:p>
        </p:txBody>
      </p:sp>
      <p:sp>
        <p:nvSpPr>
          <p:cNvPr id="165" name="Google Shape;165;p14"/>
          <p:cNvSpPr txBox="1"/>
          <p:nvPr/>
        </p:nvSpPr>
        <p:spPr>
          <a:xfrm>
            <a:off x="593668" y="5857316"/>
            <a:ext cx="1552666" cy="198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2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Asosiy punktni kiriting</a:t>
            </a:r>
            <a:endParaRPr/>
          </a:p>
        </p:txBody>
      </p:sp>
      <p:sp>
        <p:nvSpPr>
          <p:cNvPr id="166" name="Google Shape;166;p14"/>
          <p:cNvSpPr txBox="1"/>
          <p:nvPr/>
        </p:nvSpPr>
        <p:spPr>
          <a:xfrm>
            <a:off x="3275465" y="5847791"/>
            <a:ext cx="612406" cy="17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$100</a:t>
            </a:r>
            <a:endParaRPr/>
          </a:p>
        </p:txBody>
      </p:sp>
      <p:sp>
        <p:nvSpPr>
          <p:cNvPr id="167" name="Google Shape;167;p14"/>
          <p:cNvSpPr txBox="1"/>
          <p:nvPr/>
        </p:nvSpPr>
        <p:spPr>
          <a:xfrm>
            <a:off x="4148860" y="5847791"/>
            <a:ext cx="612406" cy="17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$100</a:t>
            </a:r>
            <a:endParaRPr/>
          </a:p>
        </p:txBody>
      </p:sp>
      <p:sp>
        <p:nvSpPr>
          <p:cNvPr id="168" name="Google Shape;168;p14"/>
          <p:cNvSpPr txBox="1"/>
          <p:nvPr/>
        </p:nvSpPr>
        <p:spPr>
          <a:xfrm>
            <a:off x="2355975" y="5847791"/>
            <a:ext cx="612406" cy="17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1</a:t>
            </a:r>
            <a:endParaRPr/>
          </a:p>
        </p:txBody>
      </p:sp>
      <p:sp>
        <p:nvSpPr>
          <p:cNvPr id="169" name="Google Shape;169;p14"/>
          <p:cNvSpPr txBox="1"/>
          <p:nvPr/>
        </p:nvSpPr>
        <p:spPr>
          <a:xfrm>
            <a:off x="593326" y="2833581"/>
            <a:ext cx="2661426" cy="198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hello@reallygreatsite.com</a:t>
            </a:r>
            <a:endParaRPr/>
          </a:p>
        </p:txBody>
      </p:sp>
      <p:sp>
        <p:nvSpPr>
          <p:cNvPr id="170" name="Google Shape;170;p14"/>
          <p:cNvSpPr txBox="1"/>
          <p:nvPr/>
        </p:nvSpPr>
        <p:spPr>
          <a:xfrm>
            <a:off x="593326" y="2613871"/>
            <a:ext cx="2661426" cy="198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123 Anywhere St., Any City, ST 12345</a:t>
            </a:r>
            <a:endParaRPr/>
          </a:p>
        </p:txBody>
      </p:sp>
      <p:sp>
        <p:nvSpPr>
          <p:cNvPr id="171" name="Google Shape;171;p14"/>
          <p:cNvSpPr txBox="1"/>
          <p:nvPr/>
        </p:nvSpPr>
        <p:spPr>
          <a:xfrm>
            <a:off x="3091252" y="6168032"/>
            <a:ext cx="688748" cy="198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7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Soliq :</a:t>
            </a:r>
            <a:endParaRPr/>
          </a:p>
        </p:txBody>
      </p:sp>
      <p:sp>
        <p:nvSpPr>
          <p:cNvPr id="172" name="Google Shape;172;p14"/>
          <p:cNvSpPr txBox="1"/>
          <p:nvPr/>
        </p:nvSpPr>
        <p:spPr>
          <a:xfrm>
            <a:off x="4212063" y="6158507"/>
            <a:ext cx="489384" cy="174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$50</a:t>
            </a:r>
            <a:endParaRPr/>
          </a:p>
        </p:txBody>
      </p:sp>
      <p:sp>
        <p:nvSpPr>
          <p:cNvPr id="173" name="Google Shape;173;p14"/>
          <p:cNvSpPr txBox="1"/>
          <p:nvPr/>
        </p:nvSpPr>
        <p:spPr>
          <a:xfrm>
            <a:off x="5127398" y="8280299"/>
            <a:ext cx="1849536" cy="207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23131"/>
                </a:solidFill>
                <a:latin typeface="Lato"/>
                <a:ea typeface="Lato"/>
                <a:cs typeface="Lato"/>
                <a:sym typeface="Lato"/>
              </a:rPr>
              <a:t>Ism va imzo</a:t>
            </a:r>
            <a:endParaRPr/>
          </a:p>
        </p:txBody>
      </p:sp>
      <p:cxnSp>
        <p:nvCxnSpPr>
          <p:cNvPr id="174" name="Google Shape;174;p14"/>
          <p:cNvCxnSpPr/>
          <p:nvPr/>
        </p:nvCxnSpPr>
        <p:spPr>
          <a:xfrm>
            <a:off x="5029474" y="8196796"/>
            <a:ext cx="2045384" cy="0"/>
          </a:xfrm>
          <a:prstGeom prst="straightConnector1">
            <a:avLst/>
          </a:prstGeom>
          <a:noFill/>
          <a:ln cap="flat" cmpd="sng" w="9525">
            <a:solidFill>
              <a:srgbClr val="32313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179;p15"/>
          <p:cNvGrpSpPr/>
          <p:nvPr/>
        </p:nvGrpSpPr>
        <p:grpSpPr>
          <a:xfrm>
            <a:off x="2810442" y="3543041"/>
            <a:ext cx="1959943" cy="404005"/>
            <a:chOff x="0" y="-66675"/>
            <a:chExt cx="1150437" cy="237141"/>
          </a:xfrm>
        </p:grpSpPr>
        <p:sp>
          <p:nvSpPr>
            <p:cNvPr id="180" name="Google Shape;180;p15"/>
            <p:cNvSpPr/>
            <p:nvPr/>
          </p:nvSpPr>
          <p:spPr>
            <a:xfrm>
              <a:off x="0" y="0"/>
              <a:ext cx="1150437" cy="170466"/>
            </a:xfrm>
            <a:custGeom>
              <a:rect b="b" l="l" r="r" t="t"/>
              <a:pathLst>
                <a:path extrusionOk="0" h="170466" w="1150437">
                  <a:moveTo>
                    <a:pt x="31601" y="0"/>
                  </a:moveTo>
                  <a:lnTo>
                    <a:pt x="1118837" y="0"/>
                  </a:lnTo>
                  <a:cubicBezTo>
                    <a:pt x="1127218" y="0"/>
                    <a:pt x="1135255" y="3329"/>
                    <a:pt x="1141182" y="9256"/>
                  </a:cubicBezTo>
                  <a:cubicBezTo>
                    <a:pt x="1147108" y="15182"/>
                    <a:pt x="1150437" y="23220"/>
                    <a:pt x="1150437" y="31601"/>
                  </a:cubicBezTo>
                  <a:lnTo>
                    <a:pt x="1150437" y="138865"/>
                  </a:lnTo>
                  <a:cubicBezTo>
                    <a:pt x="1150437" y="147246"/>
                    <a:pt x="1147108" y="155284"/>
                    <a:pt x="1141182" y="161210"/>
                  </a:cubicBezTo>
                  <a:cubicBezTo>
                    <a:pt x="1135255" y="167136"/>
                    <a:pt x="1127218" y="170466"/>
                    <a:pt x="1118837" y="170466"/>
                  </a:cubicBezTo>
                  <a:lnTo>
                    <a:pt x="31601" y="170466"/>
                  </a:lnTo>
                  <a:cubicBezTo>
                    <a:pt x="14148" y="170466"/>
                    <a:pt x="0" y="156318"/>
                    <a:pt x="0" y="138865"/>
                  </a:cubicBezTo>
                  <a:lnTo>
                    <a:pt x="0" y="31601"/>
                  </a:lnTo>
                  <a:cubicBezTo>
                    <a:pt x="0" y="23220"/>
                    <a:pt x="3329" y="15182"/>
                    <a:pt x="9256" y="9256"/>
                  </a:cubicBezTo>
                  <a:cubicBezTo>
                    <a:pt x="15182" y="3329"/>
                    <a:pt x="23220" y="0"/>
                    <a:pt x="31601" y="0"/>
                  </a:cubicBezTo>
                  <a:close/>
                </a:path>
              </a:pathLst>
            </a:custGeom>
            <a:solidFill>
              <a:srgbClr val="F6DE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5"/>
            <p:cNvSpPr txBox="1"/>
            <p:nvPr/>
          </p:nvSpPr>
          <p:spPr>
            <a:xfrm>
              <a:off x="0" y="-66675"/>
              <a:ext cx="1150437" cy="2371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775" lIns="22775" spcFirstLastPara="1" rIns="22775" wrap="square" tIns="22775">
              <a:noAutofit/>
            </a:bodyPr>
            <a:lstStyle/>
            <a:p>
              <a:pPr indent="0" lvl="0" marL="0" marR="0" rtl="0" algn="ctr">
                <a:lnSpc>
                  <a:spcPct val="21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2" name="Google Shape;182;p15"/>
          <p:cNvGrpSpPr/>
          <p:nvPr/>
        </p:nvGrpSpPr>
        <p:grpSpPr>
          <a:xfrm>
            <a:off x="2789615" y="7710930"/>
            <a:ext cx="1959943" cy="404005"/>
            <a:chOff x="0" y="-66675"/>
            <a:chExt cx="1150437" cy="237141"/>
          </a:xfrm>
        </p:grpSpPr>
        <p:sp>
          <p:nvSpPr>
            <p:cNvPr id="183" name="Google Shape;183;p15"/>
            <p:cNvSpPr/>
            <p:nvPr/>
          </p:nvSpPr>
          <p:spPr>
            <a:xfrm>
              <a:off x="0" y="0"/>
              <a:ext cx="1150437" cy="170466"/>
            </a:xfrm>
            <a:custGeom>
              <a:rect b="b" l="l" r="r" t="t"/>
              <a:pathLst>
                <a:path extrusionOk="0" h="170466" w="1150437">
                  <a:moveTo>
                    <a:pt x="31601" y="0"/>
                  </a:moveTo>
                  <a:lnTo>
                    <a:pt x="1118837" y="0"/>
                  </a:lnTo>
                  <a:cubicBezTo>
                    <a:pt x="1127218" y="0"/>
                    <a:pt x="1135255" y="3329"/>
                    <a:pt x="1141182" y="9256"/>
                  </a:cubicBezTo>
                  <a:cubicBezTo>
                    <a:pt x="1147108" y="15182"/>
                    <a:pt x="1150437" y="23220"/>
                    <a:pt x="1150437" y="31601"/>
                  </a:cubicBezTo>
                  <a:lnTo>
                    <a:pt x="1150437" y="138865"/>
                  </a:lnTo>
                  <a:cubicBezTo>
                    <a:pt x="1150437" y="147246"/>
                    <a:pt x="1147108" y="155284"/>
                    <a:pt x="1141182" y="161210"/>
                  </a:cubicBezTo>
                  <a:cubicBezTo>
                    <a:pt x="1135255" y="167136"/>
                    <a:pt x="1127218" y="170466"/>
                    <a:pt x="1118837" y="170466"/>
                  </a:cubicBezTo>
                  <a:lnTo>
                    <a:pt x="31601" y="170466"/>
                  </a:lnTo>
                  <a:cubicBezTo>
                    <a:pt x="14148" y="170466"/>
                    <a:pt x="0" y="156318"/>
                    <a:pt x="0" y="138865"/>
                  </a:cubicBezTo>
                  <a:lnTo>
                    <a:pt x="0" y="31601"/>
                  </a:lnTo>
                  <a:cubicBezTo>
                    <a:pt x="0" y="23220"/>
                    <a:pt x="3329" y="15182"/>
                    <a:pt x="9256" y="9256"/>
                  </a:cubicBezTo>
                  <a:cubicBezTo>
                    <a:pt x="15182" y="3329"/>
                    <a:pt x="23220" y="0"/>
                    <a:pt x="31601" y="0"/>
                  </a:cubicBezTo>
                  <a:close/>
                </a:path>
              </a:pathLst>
            </a:custGeom>
            <a:solidFill>
              <a:srgbClr val="F6DE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5"/>
            <p:cNvSpPr txBox="1"/>
            <p:nvPr/>
          </p:nvSpPr>
          <p:spPr>
            <a:xfrm>
              <a:off x="0" y="-66675"/>
              <a:ext cx="1150437" cy="2371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775" lIns="22775" spcFirstLastPara="1" rIns="22775" wrap="square" tIns="22775">
              <a:noAutofit/>
            </a:bodyPr>
            <a:lstStyle/>
            <a:p>
              <a:pPr indent="0" lvl="0" marL="0" marR="0" rtl="0" algn="ctr">
                <a:lnSpc>
                  <a:spcPct val="21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5" name="Google Shape;185;p15"/>
          <p:cNvGrpSpPr/>
          <p:nvPr/>
        </p:nvGrpSpPr>
        <p:grpSpPr>
          <a:xfrm>
            <a:off x="2630801" y="8410210"/>
            <a:ext cx="642018" cy="642018"/>
            <a:chOff x="0" y="0"/>
            <a:chExt cx="812800" cy="812800"/>
          </a:xfrm>
        </p:grpSpPr>
        <p:sp>
          <p:nvSpPr>
            <p:cNvPr id="186" name="Google Shape;186;p1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231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775" lIns="22775" spcFirstLastPara="1" rIns="22775" wrap="square" tIns="22775">
              <a:noAutofit/>
            </a:bodyPr>
            <a:lstStyle/>
            <a:p>
              <a:pPr indent="0" lvl="0" marL="0" marR="0" rtl="0" algn="ctr">
                <a:lnSpc>
                  <a:spcPct val="61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8" name="Google Shape;188;p15"/>
          <p:cNvGrpSpPr/>
          <p:nvPr/>
        </p:nvGrpSpPr>
        <p:grpSpPr>
          <a:xfrm>
            <a:off x="3425498" y="8410210"/>
            <a:ext cx="642018" cy="642018"/>
            <a:chOff x="0" y="0"/>
            <a:chExt cx="812800" cy="812800"/>
          </a:xfrm>
        </p:grpSpPr>
        <p:sp>
          <p:nvSpPr>
            <p:cNvPr id="189" name="Google Shape;189;p1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DE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775" lIns="22775" spcFirstLastPara="1" rIns="22775" wrap="square" tIns="22775">
              <a:noAutofit/>
            </a:bodyPr>
            <a:lstStyle/>
            <a:p>
              <a:pPr indent="0" lvl="0" marL="0" marR="0" rtl="0" algn="ctr">
                <a:lnSpc>
                  <a:spcPct val="61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1" name="Google Shape;191;p15"/>
          <p:cNvGrpSpPr/>
          <p:nvPr/>
        </p:nvGrpSpPr>
        <p:grpSpPr>
          <a:xfrm>
            <a:off x="4266355" y="8410210"/>
            <a:ext cx="642018" cy="642018"/>
            <a:chOff x="0" y="0"/>
            <a:chExt cx="812800" cy="812800"/>
          </a:xfrm>
        </p:grpSpPr>
        <p:sp>
          <p:nvSpPr>
            <p:cNvPr id="192" name="Google Shape;192;p1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775" lIns="22775" spcFirstLastPara="1" rIns="22775" wrap="square" tIns="22775">
              <a:noAutofit/>
            </a:bodyPr>
            <a:lstStyle/>
            <a:p>
              <a:pPr indent="0" lvl="0" marL="0" marR="0" rtl="0" algn="ctr">
                <a:lnSpc>
                  <a:spcPct val="61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4" name="Google Shape;194;p15"/>
          <p:cNvSpPr txBox="1"/>
          <p:nvPr/>
        </p:nvSpPr>
        <p:spPr>
          <a:xfrm>
            <a:off x="1801156" y="2662222"/>
            <a:ext cx="3978515" cy="737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9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Ushbu dizayn resurslaridan Canva shabloningizda foydalaning.</a:t>
            </a:r>
            <a:endParaRPr/>
          </a:p>
        </p:txBody>
      </p:sp>
      <p:sp>
        <p:nvSpPr>
          <p:cNvPr id="195" name="Google Shape;195;p15"/>
          <p:cNvSpPr txBox="1"/>
          <p:nvPr/>
        </p:nvSpPr>
        <p:spPr>
          <a:xfrm>
            <a:off x="854621" y="1725935"/>
            <a:ext cx="5850758" cy="706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10" u="none" cap="none" strike="noStrike">
                <a:solidFill>
                  <a:srgbClr val="323131"/>
                </a:solidFill>
                <a:latin typeface="Lato"/>
                <a:ea typeface="Lato"/>
                <a:cs typeface="Lato"/>
                <a:sym typeface="Lato"/>
              </a:rPr>
              <a:t>RESURSLAR SAHIFASI</a:t>
            </a:r>
            <a:endParaRPr/>
          </a:p>
        </p:txBody>
      </p:sp>
      <p:sp>
        <p:nvSpPr>
          <p:cNvPr id="196" name="Google Shape;196;p15"/>
          <p:cNvSpPr txBox="1"/>
          <p:nvPr/>
        </p:nvSpPr>
        <p:spPr>
          <a:xfrm>
            <a:off x="865138" y="4254550"/>
            <a:ext cx="585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3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Ushbu shablonda quyidagi bepul shriftlardan foydalanilgan:</a:t>
            </a:r>
            <a:endParaRPr/>
          </a:p>
        </p:txBody>
      </p:sp>
      <p:sp>
        <p:nvSpPr>
          <p:cNvPr id="197" name="Google Shape;197;p15"/>
          <p:cNvSpPr txBox="1"/>
          <p:nvPr/>
        </p:nvSpPr>
        <p:spPr>
          <a:xfrm>
            <a:off x="1552284" y="7258736"/>
            <a:ext cx="4476259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97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Ushbu shriftlarni internetdan ham topishingiz mumkin.</a:t>
            </a:r>
            <a:endParaRPr/>
          </a:p>
        </p:txBody>
      </p:sp>
      <p:sp>
        <p:nvSpPr>
          <p:cNvPr id="198" name="Google Shape;198;p15"/>
          <p:cNvSpPr txBox="1"/>
          <p:nvPr/>
        </p:nvSpPr>
        <p:spPr>
          <a:xfrm>
            <a:off x="2132201" y="4827238"/>
            <a:ext cx="3228600" cy="21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61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Sarlavhalar:</a:t>
            </a:r>
            <a:endParaRPr/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Lato</a:t>
            </a:r>
            <a:endParaRPr/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34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Ost-sarlavhalar:</a:t>
            </a:r>
            <a:endParaRPr/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Lato</a:t>
            </a:r>
            <a:endParaRPr/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9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Asosiy matn:</a:t>
            </a:r>
            <a:endParaRPr/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Antic Didone</a:t>
            </a:r>
            <a:endParaRPr/>
          </a:p>
        </p:txBody>
      </p:sp>
      <p:sp>
        <p:nvSpPr>
          <p:cNvPr id="199" name="Google Shape;199;p15"/>
          <p:cNvSpPr txBox="1"/>
          <p:nvPr/>
        </p:nvSpPr>
        <p:spPr>
          <a:xfrm>
            <a:off x="2431961" y="9153693"/>
            <a:ext cx="1039697" cy="157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6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#323131</a:t>
            </a:r>
            <a:endParaRPr/>
          </a:p>
        </p:txBody>
      </p:sp>
      <p:sp>
        <p:nvSpPr>
          <p:cNvPr id="200" name="Google Shape;200;p15"/>
          <p:cNvSpPr txBox="1"/>
          <p:nvPr/>
        </p:nvSpPr>
        <p:spPr>
          <a:xfrm>
            <a:off x="3226658" y="9153693"/>
            <a:ext cx="1039697" cy="157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6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#F6DEA8</a:t>
            </a:r>
            <a:endParaRPr/>
          </a:p>
        </p:txBody>
      </p:sp>
      <p:sp>
        <p:nvSpPr>
          <p:cNvPr id="201" name="Google Shape;201;p15"/>
          <p:cNvSpPr txBox="1"/>
          <p:nvPr/>
        </p:nvSpPr>
        <p:spPr>
          <a:xfrm>
            <a:off x="4067516" y="9153693"/>
            <a:ext cx="1039697" cy="157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6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#FFFFFF</a:t>
            </a:r>
            <a:endParaRPr/>
          </a:p>
        </p:txBody>
      </p:sp>
      <p:sp>
        <p:nvSpPr>
          <p:cNvPr id="202" name="Google Shape;202;p15"/>
          <p:cNvSpPr txBox="1"/>
          <p:nvPr/>
        </p:nvSpPr>
        <p:spPr>
          <a:xfrm>
            <a:off x="3083594" y="3660742"/>
            <a:ext cx="1413639" cy="250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3" u="none" cap="none" strike="noStrike">
                <a:solidFill>
                  <a:srgbClr val="323131"/>
                </a:solidFill>
                <a:latin typeface="Lato"/>
                <a:ea typeface="Lato"/>
                <a:cs typeface="Lato"/>
                <a:sym typeface="Lato"/>
              </a:rPr>
              <a:t>Shriftlar</a:t>
            </a:r>
            <a:endParaRPr/>
          </a:p>
        </p:txBody>
      </p:sp>
      <p:sp>
        <p:nvSpPr>
          <p:cNvPr id="203" name="Google Shape;203;p15"/>
          <p:cNvSpPr txBox="1"/>
          <p:nvPr/>
        </p:nvSpPr>
        <p:spPr>
          <a:xfrm>
            <a:off x="3062767" y="7828593"/>
            <a:ext cx="1413639" cy="250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86" u="none" cap="none" strike="noStrike">
                <a:solidFill>
                  <a:srgbClr val="323131"/>
                </a:solidFill>
                <a:latin typeface="Lato"/>
                <a:ea typeface="Lato"/>
                <a:cs typeface="Lato"/>
                <a:sym typeface="Lato"/>
              </a:rPr>
              <a:t>Ranglar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" y="0"/>
            <a:ext cx="7572061" cy="1961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9" name="Google Shape;209;p16"/>
          <p:cNvGrpSpPr/>
          <p:nvPr/>
        </p:nvGrpSpPr>
        <p:grpSpPr>
          <a:xfrm>
            <a:off x="1719308" y="4216881"/>
            <a:ext cx="4147817" cy="1557239"/>
            <a:chOff x="0" y="-66675"/>
            <a:chExt cx="2434664" cy="914060"/>
          </a:xfrm>
        </p:grpSpPr>
        <p:sp>
          <p:nvSpPr>
            <p:cNvPr id="210" name="Google Shape;210;p16"/>
            <p:cNvSpPr/>
            <p:nvPr/>
          </p:nvSpPr>
          <p:spPr>
            <a:xfrm>
              <a:off x="0" y="0"/>
              <a:ext cx="2434664" cy="847385"/>
            </a:xfrm>
            <a:custGeom>
              <a:rect b="b" l="l" r="r" t="t"/>
              <a:pathLst>
                <a:path extrusionOk="0" h="847385" w="2434664">
                  <a:moveTo>
                    <a:pt x="14932" y="0"/>
                  </a:moveTo>
                  <a:lnTo>
                    <a:pt x="2419732" y="0"/>
                  </a:lnTo>
                  <a:cubicBezTo>
                    <a:pt x="2423692" y="0"/>
                    <a:pt x="2427490" y="1573"/>
                    <a:pt x="2430290" y="4373"/>
                  </a:cubicBezTo>
                  <a:cubicBezTo>
                    <a:pt x="2433091" y="7174"/>
                    <a:pt x="2434664" y="10972"/>
                    <a:pt x="2434664" y="14932"/>
                  </a:cubicBezTo>
                  <a:lnTo>
                    <a:pt x="2434664" y="832453"/>
                  </a:lnTo>
                  <a:cubicBezTo>
                    <a:pt x="2434664" y="836413"/>
                    <a:pt x="2433091" y="840211"/>
                    <a:pt x="2430290" y="843011"/>
                  </a:cubicBezTo>
                  <a:cubicBezTo>
                    <a:pt x="2427490" y="845812"/>
                    <a:pt x="2423692" y="847385"/>
                    <a:pt x="2419732" y="847385"/>
                  </a:cubicBezTo>
                  <a:lnTo>
                    <a:pt x="14932" y="847385"/>
                  </a:lnTo>
                  <a:cubicBezTo>
                    <a:pt x="10972" y="847385"/>
                    <a:pt x="7174" y="845812"/>
                    <a:pt x="4373" y="843011"/>
                  </a:cubicBezTo>
                  <a:cubicBezTo>
                    <a:pt x="1573" y="840211"/>
                    <a:pt x="0" y="836413"/>
                    <a:pt x="0" y="832453"/>
                  </a:cubicBezTo>
                  <a:lnTo>
                    <a:pt x="0" y="14932"/>
                  </a:lnTo>
                  <a:cubicBezTo>
                    <a:pt x="0" y="10972"/>
                    <a:pt x="1573" y="7174"/>
                    <a:pt x="4373" y="4373"/>
                  </a:cubicBezTo>
                  <a:cubicBezTo>
                    <a:pt x="7174" y="1573"/>
                    <a:pt x="10972" y="0"/>
                    <a:pt x="14932" y="0"/>
                  </a:cubicBezTo>
                  <a:close/>
                </a:path>
              </a:pathLst>
            </a:custGeom>
            <a:solidFill>
              <a:srgbClr val="F6DE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6"/>
            <p:cNvSpPr txBox="1"/>
            <p:nvPr/>
          </p:nvSpPr>
          <p:spPr>
            <a:xfrm>
              <a:off x="0" y="-66675"/>
              <a:ext cx="2434664" cy="9140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775" lIns="22775" spcFirstLastPara="1" rIns="22775" wrap="square" tIns="22775">
              <a:noAutofit/>
            </a:bodyPr>
            <a:lstStyle/>
            <a:p>
              <a:pPr indent="0" lvl="0" marL="0" marR="0" rtl="0" algn="ctr">
                <a:lnSpc>
                  <a:spcPct val="21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2" name="Google Shape;212;p16"/>
          <p:cNvGrpSpPr/>
          <p:nvPr/>
        </p:nvGrpSpPr>
        <p:grpSpPr>
          <a:xfrm>
            <a:off x="1712700" y="5822422"/>
            <a:ext cx="4147817" cy="1557239"/>
            <a:chOff x="0" y="-66675"/>
            <a:chExt cx="2434664" cy="914060"/>
          </a:xfrm>
        </p:grpSpPr>
        <p:sp>
          <p:nvSpPr>
            <p:cNvPr id="213" name="Google Shape;213;p16"/>
            <p:cNvSpPr/>
            <p:nvPr/>
          </p:nvSpPr>
          <p:spPr>
            <a:xfrm>
              <a:off x="0" y="0"/>
              <a:ext cx="2434664" cy="847385"/>
            </a:xfrm>
            <a:custGeom>
              <a:rect b="b" l="l" r="r" t="t"/>
              <a:pathLst>
                <a:path extrusionOk="0" h="847385" w="2434664">
                  <a:moveTo>
                    <a:pt x="14932" y="0"/>
                  </a:moveTo>
                  <a:lnTo>
                    <a:pt x="2419732" y="0"/>
                  </a:lnTo>
                  <a:cubicBezTo>
                    <a:pt x="2423692" y="0"/>
                    <a:pt x="2427490" y="1573"/>
                    <a:pt x="2430290" y="4373"/>
                  </a:cubicBezTo>
                  <a:cubicBezTo>
                    <a:pt x="2433091" y="7174"/>
                    <a:pt x="2434664" y="10972"/>
                    <a:pt x="2434664" y="14932"/>
                  </a:cubicBezTo>
                  <a:lnTo>
                    <a:pt x="2434664" y="832453"/>
                  </a:lnTo>
                  <a:cubicBezTo>
                    <a:pt x="2434664" y="836413"/>
                    <a:pt x="2433091" y="840211"/>
                    <a:pt x="2430290" y="843011"/>
                  </a:cubicBezTo>
                  <a:cubicBezTo>
                    <a:pt x="2427490" y="845812"/>
                    <a:pt x="2423692" y="847385"/>
                    <a:pt x="2419732" y="847385"/>
                  </a:cubicBezTo>
                  <a:lnTo>
                    <a:pt x="14932" y="847385"/>
                  </a:lnTo>
                  <a:cubicBezTo>
                    <a:pt x="10972" y="847385"/>
                    <a:pt x="7174" y="845812"/>
                    <a:pt x="4373" y="843011"/>
                  </a:cubicBezTo>
                  <a:cubicBezTo>
                    <a:pt x="1573" y="840211"/>
                    <a:pt x="0" y="836413"/>
                    <a:pt x="0" y="832453"/>
                  </a:cubicBezTo>
                  <a:lnTo>
                    <a:pt x="0" y="14932"/>
                  </a:lnTo>
                  <a:cubicBezTo>
                    <a:pt x="0" y="10972"/>
                    <a:pt x="1573" y="7174"/>
                    <a:pt x="4373" y="4373"/>
                  </a:cubicBezTo>
                  <a:cubicBezTo>
                    <a:pt x="7174" y="1573"/>
                    <a:pt x="10972" y="0"/>
                    <a:pt x="14932" y="0"/>
                  </a:cubicBezTo>
                  <a:close/>
                </a:path>
              </a:pathLst>
            </a:custGeom>
            <a:solidFill>
              <a:srgbClr val="F6DE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6"/>
            <p:cNvSpPr txBox="1"/>
            <p:nvPr/>
          </p:nvSpPr>
          <p:spPr>
            <a:xfrm>
              <a:off x="0" y="-66675"/>
              <a:ext cx="2434664" cy="9140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775" lIns="22775" spcFirstLastPara="1" rIns="22775" wrap="square" tIns="22775">
              <a:noAutofit/>
            </a:bodyPr>
            <a:lstStyle/>
            <a:p>
              <a:pPr indent="0" lvl="0" marL="0" marR="0" rtl="0" algn="ctr">
                <a:lnSpc>
                  <a:spcPct val="21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5" name="Google Shape;215;p16"/>
          <p:cNvSpPr txBox="1"/>
          <p:nvPr/>
        </p:nvSpPr>
        <p:spPr>
          <a:xfrm>
            <a:off x="2406978" y="6849149"/>
            <a:ext cx="2777828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99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rasmlar uchun</a:t>
            </a:r>
            <a:endParaRPr/>
          </a:p>
        </p:txBody>
      </p:sp>
      <p:sp>
        <p:nvSpPr>
          <p:cNvPr id="216" name="Google Shape;216;p16"/>
          <p:cNvSpPr txBox="1"/>
          <p:nvPr/>
        </p:nvSpPr>
        <p:spPr>
          <a:xfrm>
            <a:off x="1539845" y="2245055"/>
            <a:ext cx="4412395" cy="706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82" u="none" cap="none" strike="noStrike">
                <a:solidFill>
                  <a:srgbClr val="323131"/>
                </a:solidFill>
                <a:latin typeface="Lato"/>
                <a:ea typeface="Lato"/>
                <a:cs typeface="Lato"/>
                <a:sym typeface="Lato"/>
              </a:rPr>
              <a:t>MINNATDORCHILIK</a:t>
            </a:r>
            <a:endParaRPr/>
          </a:p>
        </p:txBody>
      </p:sp>
      <p:sp>
        <p:nvSpPr>
          <p:cNvPr id="217" name="Google Shape;217;p16"/>
          <p:cNvSpPr txBox="1"/>
          <p:nvPr/>
        </p:nvSpPr>
        <p:spPr>
          <a:xfrm>
            <a:off x="1406188" y="3178505"/>
            <a:ext cx="4760841" cy="737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Ushbu shablon quyidagilar tufayli barcha uchun bepul:</a:t>
            </a:r>
            <a:endParaRPr/>
          </a:p>
        </p:txBody>
      </p:sp>
      <p:sp>
        <p:nvSpPr>
          <p:cNvPr id="218" name="Google Shape;218;p16"/>
          <p:cNvSpPr txBox="1"/>
          <p:nvPr/>
        </p:nvSpPr>
        <p:spPr>
          <a:xfrm>
            <a:off x="2130855" y="8309210"/>
            <a:ext cx="3230376" cy="405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20" u="none" cap="none" strike="noStrike">
                <a:solidFill>
                  <a:srgbClr val="F6DEA8"/>
                </a:solidFill>
                <a:latin typeface="Lato"/>
                <a:ea typeface="Lato"/>
                <a:cs typeface="Lato"/>
                <a:sym typeface="Lato"/>
              </a:rPr>
              <a:t>MAROQLI DIZAYN TILINGIZ!</a:t>
            </a:r>
            <a:endParaRPr/>
          </a:p>
        </p:txBody>
      </p:sp>
      <p:sp>
        <p:nvSpPr>
          <p:cNvPr id="219" name="Google Shape;219;p16"/>
          <p:cNvSpPr txBox="1"/>
          <p:nvPr/>
        </p:nvSpPr>
        <p:spPr>
          <a:xfrm>
            <a:off x="2043159" y="5406622"/>
            <a:ext cx="3502791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99" u="none" cap="none" strike="noStrike">
                <a:solidFill>
                  <a:srgbClr val="323131"/>
                </a:solidFill>
                <a:latin typeface="Antic Didone"/>
                <a:ea typeface="Antic Didone"/>
                <a:cs typeface="Antic Didone"/>
                <a:sym typeface="Antic Didone"/>
              </a:rPr>
              <a:t>shablon uchun</a:t>
            </a:r>
            <a:endParaRPr/>
          </a:p>
        </p:txBody>
      </p:sp>
      <p:sp>
        <p:nvSpPr>
          <p:cNvPr id="220" name="Google Shape;220;p16"/>
          <p:cNvSpPr txBox="1"/>
          <p:nvPr/>
        </p:nvSpPr>
        <p:spPr>
          <a:xfrm>
            <a:off x="1805761" y="6332540"/>
            <a:ext cx="3977587" cy="4118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88" u="none" cap="none" strike="noStrike">
                <a:solidFill>
                  <a:srgbClr val="323131"/>
                </a:solidFill>
                <a:latin typeface="Lato"/>
                <a:ea typeface="Lato"/>
                <a:cs typeface="Lato"/>
                <a:sym typeface="Lato"/>
              </a:rPr>
              <a:t>Pexels, Pixabay</a:t>
            </a:r>
            <a:endParaRPr/>
          </a:p>
        </p:txBody>
      </p:sp>
      <p:cxnSp>
        <p:nvCxnSpPr>
          <p:cNvPr id="221" name="Google Shape;221;p16"/>
          <p:cNvCxnSpPr/>
          <p:nvPr/>
        </p:nvCxnSpPr>
        <p:spPr>
          <a:xfrm>
            <a:off x="-618855" y="8531142"/>
            <a:ext cx="2749710" cy="0"/>
          </a:xfrm>
          <a:prstGeom prst="straightConnector1">
            <a:avLst/>
          </a:prstGeom>
          <a:noFill/>
          <a:ln cap="flat" cmpd="sng" w="38100">
            <a:solidFill>
              <a:srgbClr val="F6DEA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2" name="Google Shape;222;p16"/>
          <p:cNvCxnSpPr/>
          <p:nvPr/>
        </p:nvCxnSpPr>
        <p:spPr>
          <a:xfrm>
            <a:off x="5361231" y="8526380"/>
            <a:ext cx="2749710" cy="0"/>
          </a:xfrm>
          <a:prstGeom prst="straightConnector1">
            <a:avLst/>
          </a:prstGeom>
          <a:noFill/>
          <a:ln cap="flat" cmpd="sng" w="38100">
            <a:solidFill>
              <a:srgbClr val="F6DEA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23" name="Google Shape;22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77213" y="4500463"/>
            <a:ext cx="2937658" cy="73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stel Catering Invoice Template">
  <a:themeElements>
    <a:clrScheme name="Office">
      <a:dk1>
        <a:srgbClr val="323131"/>
      </a:dk1>
      <a:lt1>
        <a:srgbClr val="FFFFFF"/>
      </a:lt1>
      <a:dk2>
        <a:srgbClr val="F6DEA8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