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3400" cx="7556500"/>
  <p:notesSz cx="6858000" cy="9144000"/>
  <p:embeddedFontLst>
    <p:embeddedFont>
      <p:font typeface="Londrina Solid"/>
      <p:regular r:id="rId10"/>
    </p:embeddedFont>
    <p:embeddedFont>
      <p:font typeface="Londrina Solid Black"/>
      <p:bold r:id="rId11"/>
    </p:embeddedFont>
    <p:embeddedFont>
      <p:font typeface="DM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font" Target="fonts/LondrinaSolid-regular.fntdata"/><Relationship Id="rId11" Type="http://schemas.openxmlformats.org/officeDocument/2006/relationships/font" Target="fonts/LondrinaSolidBlack-bold.fntdata"/><Relationship Id="rId12" Type="http://schemas.openxmlformats.org/officeDocument/2006/relationships/font" Target="fonts/DMSans-regular.fntdata"/><Relationship Id="rId13" Type="http://schemas.openxmlformats.org/officeDocument/2006/relationships/font" Target="fonts/DMSans-bold.fntdata"/><Relationship Id="rId14" Type="http://schemas.openxmlformats.org/officeDocument/2006/relationships/font" Target="fonts/DMSans-italic.fntdata"/><Relationship Id="rId15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DAE47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1845337" y="2693791"/>
            <a:ext cx="5278796" cy="1256524"/>
            <a:chOff x="0" y="0"/>
            <a:chExt cx="1953012" cy="464880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1953012" cy="464880"/>
            </a:xfrm>
            <a:custGeom>
              <a:rect b="b" l="l" r="r" t="t"/>
              <a:pathLst>
                <a:path extrusionOk="0" h="464880" w="1953012">
                  <a:moveTo>
                    <a:pt x="0" y="0"/>
                  </a:moveTo>
                  <a:lnTo>
                    <a:pt x="1953012" y="0"/>
                  </a:lnTo>
                  <a:lnTo>
                    <a:pt x="1953012" y="464880"/>
                  </a:lnTo>
                  <a:lnTo>
                    <a:pt x="0" y="464880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EA7DA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8" name="Google Shape;18;p3"/>
            <p:cNvSpPr txBox="1"/>
            <p:nvPr/>
          </p:nvSpPr>
          <p:spPr>
            <a:xfrm>
              <a:off x="0" y="66675"/>
              <a:ext cx="19530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3"/>
          <p:cNvGrpSpPr/>
          <p:nvPr/>
        </p:nvGrpSpPr>
        <p:grpSpPr>
          <a:xfrm>
            <a:off x="1845337" y="4242961"/>
            <a:ext cx="5278796" cy="1256524"/>
            <a:chOff x="0" y="0"/>
            <a:chExt cx="1953012" cy="464880"/>
          </a:xfrm>
        </p:grpSpPr>
        <p:sp>
          <p:nvSpPr>
            <p:cNvPr id="20" name="Google Shape;20;p3"/>
            <p:cNvSpPr/>
            <p:nvPr/>
          </p:nvSpPr>
          <p:spPr>
            <a:xfrm>
              <a:off x="0" y="0"/>
              <a:ext cx="1953012" cy="464880"/>
            </a:xfrm>
            <a:custGeom>
              <a:rect b="b" l="l" r="r" t="t"/>
              <a:pathLst>
                <a:path extrusionOk="0" h="464880" w="1953012">
                  <a:moveTo>
                    <a:pt x="0" y="0"/>
                  </a:moveTo>
                  <a:lnTo>
                    <a:pt x="1953012" y="0"/>
                  </a:lnTo>
                  <a:lnTo>
                    <a:pt x="1953012" y="464880"/>
                  </a:lnTo>
                  <a:lnTo>
                    <a:pt x="0" y="464880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B8875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1" name="Google Shape;21;p3"/>
            <p:cNvSpPr txBox="1"/>
            <p:nvPr/>
          </p:nvSpPr>
          <p:spPr>
            <a:xfrm>
              <a:off x="0" y="66675"/>
              <a:ext cx="19530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3"/>
          <p:cNvGrpSpPr/>
          <p:nvPr/>
        </p:nvGrpSpPr>
        <p:grpSpPr>
          <a:xfrm>
            <a:off x="1845337" y="5792132"/>
            <a:ext cx="5278796" cy="1256524"/>
            <a:chOff x="0" y="0"/>
            <a:chExt cx="1953012" cy="464880"/>
          </a:xfrm>
        </p:grpSpPr>
        <p:sp>
          <p:nvSpPr>
            <p:cNvPr id="23" name="Google Shape;23;p3"/>
            <p:cNvSpPr/>
            <p:nvPr/>
          </p:nvSpPr>
          <p:spPr>
            <a:xfrm>
              <a:off x="0" y="0"/>
              <a:ext cx="1953012" cy="464880"/>
            </a:xfrm>
            <a:custGeom>
              <a:rect b="b" l="l" r="r" t="t"/>
              <a:pathLst>
                <a:path extrusionOk="0" h="464880" w="1953012">
                  <a:moveTo>
                    <a:pt x="0" y="0"/>
                  </a:moveTo>
                  <a:lnTo>
                    <a:pt x="1953012" y="0"/>
                  </a:lnTo>
                  <a:lnTo>
                    <a:pt x="1953012" y="464880"/>
                  </a:lnTo>
                  <a:lnTo>
                    <a:pt x="0" y="464880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EA7DA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" name="Google Shape;24;p3"/>
            <p:cNvSpPr txBox="1"/>
            <p:nvPr/>
          </p:nvSpPr>
          <p:spPr>
            <a:xfrm>
              <a:off x="0" y="66675"/>
              <a:ext cx="19530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1845337" y="7341302"/>
            <a:ext cx="5278796" cy="1256524"/>
            <a:chOff x="0" y="0"/>
            <a:chExt cx="1953012" cy="464880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1953012" cy="464880"/>
            </a:xfrm>
            <a:custGeom>
              <a:rect b="b" l="l" r="r" t="t"/>
              <a:pathLst>
                <a:path extrusionOk="0" h="464880" w="1953012">
                  <a:moveTo>
                    <a:pt x="0" y="0"/>
                  </a:moveTo>
                  <a:lnTo>
                    <a:pt x="1953012" y="0"/>
                  </a:lnTo>
                  <a:lnTo>
                    <a:pt x="1953012" y="464880"/>
                  </a:lnTo>
                  <a:lnTo>
                    <a:pt x="0" y="464880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B8875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7" name="Google Shape;27;p3"/>
            <p:cNvSpPr txBox="1"/>
            <p:nvPr/>
          </p:nvSpPr>
          <p:spPr>
            <a:xfrm>
              <a:off x="0" y="66675"/>
              <a:ext cx="19530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>
            <a:off x="1845337" y="8890473"/>
            <a:ext cx="5278796" cy="1256524"/>
            <a:chOff x="0" y="0"/>
            <a:chExt cx="1953012" cy="464880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1953012" cy="464880"/>
            </a:xfrm>
            <a:custGeom>
              <a:rect b="b" l="l" r="r" t="t"/>
              <a:pathLst>
                <a:path extrusionOk="0" h="464880" w="1953012">
                  <a:moveTo>
                    <a:pt x="0" y="0"/>
                  </a:moveTo>
                  <a:lnTo>
                    <a:pt x="1953012" y="0"/>
                  </a:lnTo>
                  <a:lnTo>
                    <a:pt x="1953012" y="464880"/>
                  </a:lnTo>
                  <a:lnTo>
                    <a:pt x="0" y="464880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EA7DA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" name="Google Shape;30;p3"/>
            <p:cNvSpPr txBox="1"/>
            <p:nvPr/>
          </p:nvSpPr>
          <p:spPr>
            <a:xfrm>
              <a:off x="0" y="66675"/>
              <a:ext cx="19530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" name="Google Shape;31;p3"/>
          <p:cNvCxnSpPr/>
          <p:nvPr/>
        </p:nvCxnSpPr>
        <p:spPr>
          <a:xfrm>
            <a:off x="999255" y="3322044"/>
            <a:ext cx="0" cy="6073800"/>
          </a:xfrm>
          <a:prstGeom prst="straightConnector1">
            <a:avLst/>
          </a:prstGeom>
          <a:noFill/>
          <a:ln cap="flat" cmpd="sng" w="38100">
            <a:solidFill>
              <a:srgbClr val="4370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" name="Google Shape;32;p3"/>
          <p:cNvGrpSpPr/>
          <p:nvPr/>
        </p:nvGrpSpPr>
        <p:grpSpPr>
          <a:xfrm>
            <a:off x="435937" y="2758726"/>
            <a:ext cx="1126622" cy="1126622"/>
            <a:chOff x="0" y="0"/>
            <a:chExt cx="812800" cy="812800"/>
          </a:xfrm>
        </p:grpSpPr>
        <p:sp>
          <p:nvSpPr>
            <p:cNvPr id="33" name="Google Shape;33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D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 txBox="1"/>
            <p:nvPr/>
          </p:nvSpPr>
          <p:spPr>
            <a:xfrm>
              <a:off x="76200" y="142875"/>
              <a:ext cx="6603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3"/>
          <p:cNvGrpSpPr/>
          <p:nvPr/>
        </p:nvGrpSpPr>
        <p:grpSpPr>
          <a:xfrm>
            <a:off x="435937" y="4307897"/>
            <a:ext cx="1126622" cy="1126622"/>
            <a:chOff x="0" y="0"/>
            <a:chExt cx="812800" cy="812800"/>
          </a:xfrm>
        </p:grpSpPr>
        <p:sp>
          <p:nvSpPr>
            <p:cNvPr id="36" name="Google Shape;36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7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 txBox="1"/>
            <p:nvPr/>
          </p:nvSpPr>
          <p:spPr>
            <a:xfrm>
              <a:off x="76200" y="142875"/>
              <a:ext cx="6603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435937" y="5857067"/>
            <a:ext cx="1126622" cy="1126622"/>
            <a:chOff x="0" y="0"/>
            <a:chExt cx="812800" cy="812800"/>
          </a:xfrm>
        </p:grpSpPr>
        <p:sp>
          <p:nvSpPr>
            <p:cNvPr id="39" name="Google Shape;39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D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 txBox="1"/>
            <p:nvPr/>
          </p:nvSpPr>
          <p:spPr>
            <a:xfrm>
              <a:off x="76200" y="142875"/>
              <a:ext cx="6603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3"/>
          <p:cNvGrpSpPr/>
          <p:nvPr/>
        </p:nvGrpSpPr>
        <p:grpSpPr>
          <a:xfrm>
            <a:off x="435937" y="7406238"/>
            <a:ext cx="1126622" cy="1126622"/>
            <a:chOff x="0" y="0"/>
            <a:chExt cx="812800" cy="812800"/>
          </a:xfrm>
        </p:grpSpPr>
        <p:sp>
          <p:nvSpPr>
            <p:cNvPr id="42" name="Google Shape;42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7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 txBox="1"/>
            <p:nvPr/>
          </p:nvSpPr>
          <p:spPr>
            <a:xfrm>
              <a:off x="76200" y="142875"/>
              <a:ext cx="6603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44;p3"/>
          <p:cNvGrpSpPr/>
          <p:nvPr/>
        </p:nvGrpSpPr>
        <p:grpSpPr>
          <a:xfrm>
            <a:off x="435937" y="8955408"/>
            <a:ext cx="1126622" cy="1126622"/>
            <a:chOff x="0" y="0"/>
            <a:chExt cx="812800" cy="812800"/>
          </a:xfrm>
        </p:grpSpPr>
        <p:sp>
          <p:nvSpPr>
            <p:cNvPr id="45" name="Google Shape;45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D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 txBox="1"/>
            <p:nvPr/>
          </p:nvSpPr>
          <p:spPr>
            <a:xfrm>
              <a:off x="76200" y="142875"/>
              <a:ext cx="6603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" name="Google Shape;47;p3"/>
          <p:cNvSpPr txBox="1"/>
          <p:nvPr/>
        </p:nvSpPr>
        <p:spPr>
          <a:xfrm>
            <a:off x="2122619" y="2969619"/>
            <a:ext cx="472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64594"/>
                </a:solidFill>
                <a:latin typeface="DM Sans"/>
                <a:ea typeface="DM Sans"/>
                <a:cs typeface="DM Sans"/>
                <a:sym typeface="DM Sans"/>
              </a:rPr>
              <a:t>Click to edit this document</a:t>
            </a:r>
            <a:endParaRPr/>
          </a:p>
        </p:txBody>
      </p:sp>
      <p:sp>
        <p:nvSpPr>
          <p:cNvPr id="48" name="Google Shape;48;p3"/>
          <p:cNvSpPr txBox="1"/>
          <p:nvPr/>
        </p:nvSpPr>
        <p:spPr>
          <a:xfrm>
            <a:off x="2122619" y="4518790"/>
            <a:ext cx="472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264594"/>
                </a:solidFill>
                <a:latin typeface="DM Sans"/>
                <a:ea typeface="DM Sans"/>
                <a:cs typeface="DM Sans"/>
                <a:sym typeface="DM Sans"/>
              </a:rPr>
              <a:t>Click to edit this document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6459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2122619" y="6070968"/>
            <a:ext cx="472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264594"/>
                </a:solidFill>
                <a:latin typeface="DM Sans"/>
                <a:ea typeface="DM Sans"/>
                <a:cs typeface="DM Sans"/>
                <a:sym typeface="DM Sans"/>
              </a:rPr>
              <a:t>Click to edit this document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6459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2122619" y="7620139"/>
            <a:ext cx="472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264594"/>
                </a:solidFill>
                <a:latin typeface="DM Sans"/>
                <a:ea typeface="DM Sans"/>
                <a:cs typeface="DM Sans"/>
                <a:sym typeface="DM Sans"/>
              </a:rPr>
              <a:t>Click to edit this document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6459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2122619" y="9159784"/>
            <a:ext cx="472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264594"/>
                </a:solidFill>
                <a:latin typeface="DM Sans"/>
                <a:ea typeface="DM Sans"/>
                <a:cs typeface="DM Sans"/>
                <a:sym typeface="DM Sans"/>
              </a:rPr>
              <a:t>Click to edit this document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6459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577288" y="530136"/>
            <a:ext cx="63813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rgbClr val="FF67AD"/>
                </a:solidFill>
                <a:latin typeface="Londrina Solid Black"/>
                <a:ea typeface="Londrina Solid Black"/>
                <a:cs typeface="Londrina Solid Black"/>
                <a:sym typeface="Londrina Solid Black"/>
              </a:rPr>
              <a:t>CLICK TO EDIT</a:t>
            </a:r>
            <a:endParaRPr sz="8500"/>
          </a:p>
        </p:txBody>
      </p:sp>
      <p:sp>
        <p:nvSpPr>
          <p:cNvPr id="53" name="Google Shape;53;p3"/>
          <p:cNvSpPr txBox="1"/>
          <p:nvPr/>
        </p:nvSpPr>
        <p:spPr>
          <a:xfrm>
            <a:off x="577288" y="1598417"/>
            <a:ext cx="638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99">
                <a:solidFill>
                  <a:srgbClr val="FF7760"/>
                </a:solidFill>
                <a:latin typeface="Londrina Solid Black"/>
                <a:ea typeface="Londrina Solid Black"/>
                <a:cs typeface="Londrina Solid Black"/>
                <a:sym typeface="Londrina Solid Black"/>
              </a:rPr>
              <a:t>THEME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rgbClr val="FAF7F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4"/>
          <p:cNvGrpSpPr/>
          <p:nvPr/>
        </p:nvGrpSpPr>
        <p:grpSpPr>
          <a:xfrm>
            <a:off x="3695725" y="5031654"/>
            <a:ext cx="144375" cy="844975"/>
            <a:chOff x="0" y="0"/>
            <a:chExt cx="51740" cy="302815"/>
          </a:xfrm>
        </p:grpSpPr>
        <p:sp>
          <p:nvSpPr>
            <p:cNvPr id="56" name="Google Shape;56;p4"/>
            <p:cNvSpPr/>
            <p:nvPr/>
          </p:nvSpPr>
          <p:spPr>
            <a:xfrm>
              <a:off x="0" y="0"/>
              <a:ext cx="51740" cy="302815"/>
            </a:xfrm>
            <a:custGeom>
              <a:rect b="b" l="l" r="r" t="t"/>
              <a:pathLst>
                <a:path extrusionOk="0" h="302815" w="51740">
                  <a:moveTo>
                    <a:pt x="25870" y="0"/>
                  </a:moveTo>
                  <a:lnTo>
                    <a:pt x="25870" y="0"/>
                  </a:lnTo>
                  <a:cubicBezTo>
                    <a:pt x="40158" y="0"/>
                    <a:pt x="51740" y="11582"/>
                    <a:pt x="51740" y="25870"/>
                  </a:cubicBezTo>
                  <a:lnTo>
                    <a:pt x="51740" y="276945"/>
                  </a:lnTo>
                  <a:cubicBezTo>
                    <a:pt x="51740" y="291232"/>
                    <a:pt x="40158" y="302815"/>
                    <a:pt x="25870" y="302815"/>
                  </a:cubicBezTo>
                  <a:lnTo>
                    <a:pt x="25870" y="302815"/>
                  </a:lnTo>
                  <a:cubicBezTo>
                    <a:pt x="11582" y="302815"/>
                    <a:pt x="0" y="291232"/>
                    <a:pt x="0" y="276945"/>
                  </a:cubicBezTo>
                  <a:lnTo>
                    <a:pt x="0" y="25870"/>
                  </a:lnTo>
                  <a:cubicBezTo>
                    <a:pt x="0" y="11582"/>
                    <a:pt x="11582" y="0"/>
                    <a:pt x="25870" y="0"/>
                  </a:cubicBezTo>
                  <a:close/>
                </a:path>
              </a:pathLst>
            </a:custGeom>
            <a:solidFill>
              <a:srgbClr val="4370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 txBox="1"/>
            <p:nvPr/>
          </p:nvSpPr>
          <p:spPr>
            <a:xfrm>
              <a:off x="0" y="66675"/>
              <a:ext cx="51600" cy="23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" name="Google Shape;58;p4"/>
          <p:cNvGrpSpPr/>
          <p:nvPr/>
        </p:nvGrpSpPr>
        <p:grpSpPr>
          <a:xfrm>
            <a:off x="3695725" y="6128916"/>
            <a:ext cx="144375" cy="844975"/>
            <a:chOff x="0" y="0"/>
            <a:chExt cx="51740" cy="302815"/>
          </a:xfrm>
        </p:grpSpPr>
        <p:sp>
          <p:nvSpPr>
            <p:cNvPr id="59" name="Google Shape;59;p4"/>
            <p:cNvSpPr/>
            <p:nvPr/>
          </p:nvSpPr>
          <p:spPr>
            <a:xfrm>
              <a:off x="0" y="0"/>
              <a:ext cx="51740" cy="302815"/>
            </a:xfrm>
            <a:custGeom>
              <a:rect b="b" l="l" r="r" t="t"/>
              <a:pathLst>
                <a:path extrusionOk="0" h="302815" w="51740">
                  <a:moveTo>
                    <a:pt x="25870" y="0"/>
                  </a:moveTo>
                  <a:lnTo>
                    <a:pt x="25870" y="0"/>
                  </a:lnTo>
                  <a:cubicBezTo>
                    <a:pt x="40158" y="0"/>
                    <a:pt x="51740" y="11582"/>
                    <a:pt x="51740" y="25870"/>
                  </a:cubicBezTo>
                  <a:lnTo>
                    <a:pt x="51740" y="276945"/>
                  </a:lnTo>
                  <a:cubicBezTo>
                    <a:pt x="51740" y="291232"/>
                    <a:pt x="40158" y="302815"/>
                    <a:pt x="25870" y="302815"/>
                  </a:cubicBezTo>
                  <a:lnTo>
                    <a:pt x="25870" y="302815"/>
                  </a:lnTo>
                  <a:cubicBezTo>
                    <a:pt x="11582" y="302815"/>
                    <a:pt x="0" y="291232"/>
                    <a:pt x="0" y="276945"/>
                  </a:cubicBezTo>
                  <a:lnTo>
                    <a:pt x="0" y="25870"/>
                  </a:lnTo>
                  <a:cubicBezTo>
                    <a:pt x="0" y="11582"/>
                    <a:pt x="11582" y="0"/>
                    <a:pt x="25870" y="0"/>
                  </a:cubicBezTo>
                  <a:close/>
                </a:path>
              </a:pathLst>
            </a:custGeom>
            <a:solidFill>
              <a:srgbClr val="FF77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 txBox="1"/>
            <p:nvPr/>
          </p:nvSpPr>
          <p:spPr>
            <a:xfrm>
              <a:off x="0" y="66675"/>
              <a:ext cx="51600" cy="23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4"/>
          <p:cNvGrpSpPr/>
          <p:nvPr/>
        </p:nvGrpSpPr>
        <p:grpSpPr>
          <a:xfrm>
            <a:off x="3695725" y="3334718"/>
            <a:ext cx="144375" cy="412909"/>
            <a:chOff x="0" y="0"/>
            <a:chExt cx="51740" cy="147975"/>
          </a:xfrm>
        </p:grpSpPr>
        <p:sp>
          <p:nvSpPr>
            <p:cNvPr id="62" name="Google Shape;62;p4"/>
            <p:cNvSpPr/>
            <p:nvPr/>
          </p:nvSpPr>
          <p:spPr>
            <a:xfrm>
              <a:off x="0" y="0"/>
              <a:ext cx="51740" cy="147908"/>
            </a:xfrm>
            <a:custGeom>
              <a:rect b="b" l="l" r="r" t="t"/>
              <a:pathLst>
                <a:path extrusionOk="0" h="147908" w="51740">
                  <a:moveTo>
                    <a:pt x="25870" y="0"/>
                  </a:moveTo>
                  <a:lnTo>
                    <a:pt x="25870" y="0"/>
                  </a:lnTo>
                  <a:cubicBezTo>
                    <a:pt x="40158" y="0"/>
                    <a:pt x="51740" y="11582"/>
                    <a:pt x="51740" y="25870"/>
                  </a:cubicBezTo>
                  <a:lnTo>
                    <a:pt x="51740" y="122038"/>
                  </a:lnTo>
                  <a:cubicBezTo>
                    <a:pt x="51740" y="136326"/>
                    <a:pt x="40158" y="147908"/>
                    <a:pt x="25870" y="147908"/>
                  </a:cubicBezTo>
                  <a:lnTo>
                    <a:pt x="25870" y="147908"/>
                  </a:lnTo>
                  <a:cubicBezTo>
                    <a:pt x="11582" y="147908"/>
                    <a:pt x="0" y="136326"/>
                    <a:pt x="0" y="122038"/>
                  </a:cubicBezTo>
                  <a:lnTo>
                    <a:pt x="0" y="25870"/>
                  </a:lnTo>
                  <a:cubicBezTo>
                    <a:pt x="0" y="11582"/>
                    <a:pt x="11582" y="0"/>
                    <a:pt x="25870" y="0"/>
                  </a:cubicBezTo>
                  <a:close/>
                </a:path>
              </a:pathLst>
            </a:custGeom>
            <a:solidFill>
              <a:srgbClr val="FF77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 txBox="1"/>
            <p:nvPr/>
          </p:nvSpPr>
          <p:spPr>
            <a:xfrm>
              <a:off x="0" y="66675"/>
              <a:ext cx="51600" cy="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" name="Google Shape;64;p4"/>
          <p:cNvGrpSpPr/>
          <p:nvPr/>
        </p:nvGrpSpPr>
        <p:grpSpPr>
          <a:xfrm>
            <a:off x="3688176" y="7199025"/>
            <a:ext cx="168548" cy="844975"/>
            <a:chOff x="0" y="0"/>
            <a:chExt cx="60405" cy="302815"/>
          </a:xfrm>
        </p:grpSpPr>
        <p:sp>
          <p:nvSpPr>
            <p:cNvPr id="65" name="Google Shape;65;p4"/>
            <p:cNvSpPr/>
            <p:nvPr/>
          </p:nvSpPr>
          <p:spPr>
            <a:xfrm>
              <a:off x="0" y="0"/>
              <a:ext cx="60405" cy="302815"/>
            </a:xfrm>
            <a:custGeom>
              <a:rect b="b" l="l" r="r" t="t"/>
              <a:pathLst>
                <a:path extrusionOk="0" h="302815" w="60405">
                  <a:moveTo>
                    <a:pt x="30202" y="0"/>
                  </a:moveTo>
                  <a:lnTo>
                    <a:pt x="30202" y="0"/>
                  </a:lnTo>
                  <a:cubicBezTo>
                    <a:pt x="38212" y="0"/>
                    <a:pt x="45894" y="3182"/>
                    <a:pt x="51558" y="8846"/>
                  </a:cubicBezTo>
                  <a:cubicBezTo>
                    <a:pt x="57223" y="14510"/>
                    <a:pt x="60405" y="22192"/>
                    <a:pt x="60405" y="30202"/>
                  </a:cubicBezTo>
                  <a:lnTo>
                    <a:pt x="60405" y="272613"/>
                  </a:lnTo>
                  <a:cubicBezTo>
                    <a:pt x="60405" y="280623"/>
                    <a:pt x="57223" y="288305"/>
                    <a:pt x="51558" y="293969"/>
                  </a:cubicBezTo>
                  <a:cubicBezTo>
                    <a:pt x="45894" y="299633"/>
                    <a:pt x="38212" y="302815"/>
                    <a:pt x="30202" y="302815"/>
                  </a:cubicBezTo>
                  <a:lnTo>
                    <a:pt x="30202" y="302815"/>
                  </a:lnTo>
                  <a:cubicBezTo>
                    <a:pt x="22192" y="302815"/>
                    <a:pt x="14510" y="299633"/>
                    <a:pt x="8846" y="293969"/>
                  </a:cubicBezTo>
                  <a:cubicBezTo>
                    <a:pt x="3182" y="288305"/>
                    <a:pt x="0" y="280623"/>
                    <a:pt x="0" y="272613"/>
                  </a:cubicBezTo>
                  <a:lnTo>
                    <a:pt x="0" y="30202"/>
                  </a:lnTo>
                  <a:cubicBezTo>
                    <a:pt x="0" y="22192"/>
                    <a:pt x="3182" y="14510"/>
                    <a:pt x="8846" y="8846"/>
                  </a:cubicBezTo>
                  <a:cubicBezTo>
                    <a:pt x="14510" y="3182"/>
                    <a:pt x="22192" y="0"/>
                    <a:pt x="30202" y="0"/>
                  </a:cubicBezTo>
                  <a:close/>
                </a:path>
              </a:pathLst>
            </a:custGeom>
            <a:solidFill>
              <a:srgbClr val="FF67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 txBox="1"/>
            <p:nvPr/>
          </p:nvSpPr>
          <p:spPr>
            <a:xfrm>
              <a:off x="0" y="66675"/>
              <a:ext cx="60300" cy="23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" name="Google Shape;67;p4"/>
          <p:cNvGrpSpPr/>
          <p:nvPr/>
        </p:nvGrpSpPr>
        <p:grpSpPr>
          <a:xfrm>
            <a:off x="3688176" y="8260687"/>
            <a:ext cx="187066" cy="1491957"/>
            <a:chOff x="0" y="0"/>
            <a:chExt cx="67039" cy="534675"/>
          </a:xfrm>
        </p:grpSpPr>
        <p:sp>
          <p:nvSpPr>
            <p:cNvPr id="68" name="Google Shape;68;p4"/>
            <p:cNvSpPr/>
            <p:nvPr/>
          </p:nvSpPr>
          <p:spPr>
            <a:xfrm>
              <a:off x="0" y="0"/>
              <a:ext cx="67039" cy="534671"/>
            </a:xfrm>
            <a:custGeom>
              <a:rect b="b" l="l" r="r" t="t"/>
              <a:pathLst>
                <a:path extrusionOk="0" h="534671" w="67039">
                  <a:moveTo>
                    <a:pt x="33520" y="0"/>
                  </a:moveTo>
                  <a:lnTo>
                    <a:pt x="33520" y="0"/>
                  </a:lnTo>
                  <a:cubicBezTo>
                    <a:pt x="42409" y="0"/>
                    <a:pt x="50935" y="3532"/>
                    <a:pt x="57221" y="9818"/>
                  </a:cubicBezTo>
                  <a:cubicBezTo>
                    <a:pt x="63507" y="16104"/>
                    <a:pt x="67039" y="24630"/>
                    <a:pt x="67039" y="33520"/>
                  </a:cubicBezTo>
                  <a:lnTo>
                    <a:pt x="67039" y="501151"/>
                  </a:lnTo>
                  <a:cubicBezTo>
                    <a:pt x="67039" y="510041"/>
                    <a:pt x="63507" y="518567"/>
                    <a:pt x="57221" y="524853"/>
                  </a:cubicBezTo>
                  <a:cubicBezTo>
                    <a:pt x="50935" y="531139"/>
                    <a:pt x="42409" y="534671"/>
                    <a:pt x="33520" y="534671"/>
                  </a:cubicBezTo>
                  <a:lnTo>
                    <a:pt x="33520" y="534671"/>
                  </a:lnTo>
                  <a:cubicBezTo>
                    <a:pt x="24630" y="534671"/>
                    <a:pt x="16104" y="531139"/>
                    <a:pt x="9818" y="524853"/>
                  </a:cubicBezTo>
                  <a:cubicBezTo>
                    <a:pt x="3532" y="518567"/>
                    <a:pt x="0" y="510041"/>
                    <a:pt x="0" y="501151"/>
                  </a:cubicBezTo>
                  <a:lnTo>
                    <a:pt x="0" y="33520"/>
                  </a:lnTo>
                  <a:cubicBezTo>
                    <a:pt x="0" y="24630"/>
                    <a:pt x="3532" y="16104"/>
                    <a:pt x="9818" y="9818"/>
                  </a:cubicBezTo>
                  <a:cubicBezTo>
                    <a:pt x="16104" y="3532"/>
                    <a:pt x="24630" y="0"/>
                    <a:pt x="33520" y="0"/>
                  </a:cubicBezTo>
                  <a:close/>
                </a:path>
              </a:pathLst>
            </a:custGeom>
            <a:solidFill>
              <a:srgbClr val="4370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 txBox="1"/>
            <p:nvPr/>
          </p:nvSpPr>
          <p:spPr>
            <a:xfrm>
              <a:off x="0" y="66675"/>
              <a:ext cx="669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0" name="Google Shape;70;p4"/>
          <p:cNvCxnSpPr/>
          <p:nvPr/>
        </p:nvCxnSpPr>
        <p:spPr>
          <a:xfrm>
            <a:off x="3695725" y="3855097"/>
            <a:ext cx="720900" cy="0"/>
          </a:xfrm>
          <a:prstGeom prst="straightConnector1">
            <a:avLst/>
          </a:prstGeom>
          <a:noFill/>
          <a:ln cap="flat" cmpd="sng" w="38100">
            <a:solidFill>
              <a:srgbClr val="FF67AD"/>
            </a:solidFill>
            <a:prstDash val="solid"/>
            <a:round/>
            <a:headEnd len="lg" w="lg" type="oval"/>
            <a:tailEnd len="lg" w="lg" type="oval"/>
          </a:ln>
        </p:spPr>
      </p:cxnSp>
      <p:cxnSp>
        <p:nvCxnSpPr>
          <p:cNvPr id="71" name="Google Shape;71;p4"/>
          <p:cNvCxnSpPr/>
          <p:nvPr/>
        </p:nvCxnSpPr>
        <p:spPr>
          <a:xfrm>
            <a:off x="3119118" y="4913449"/>
            <a:ext cx="720900" cy="0"/>
          </a:xfrm>
          <a:prstGeom prst="straightConnector1">
            <a:avLst/>
          </a:prstGeom>
          <a:noFill/>
          <a:ln cap="flat" cmpd="sng" w="38100">
            <a:solidFill>
              <a:srgbClr val="4370E4"/>
            </a:solidFill>
            <a:prstDash val="solid"/>
            <a:round/>
            <a:headEnd len="lg" w="lg" type="oval"/>
            <a:tailEnd len="lg" w="lg" type="oval"/>
          </a:ln>
        </p:spPr>
      </p:cxnSp>
      <p:grpSp>
        <p:nvGrpSpPr>
          <p:cNvPr id="72" name="Google Shape;72;p4"/>
          <p:cNvGrpSpPr/>
          <p:nvPr/>
        </p:nvGrpSpPr>
        <p:grpSpPr>
          <a:xfrm>
            <a:off x="3695725" y="3959872"/>
            <a:ext cx="144375" cy="851128"/>
            <a:chOff x="0" y="0"/>
            <a:chExt cx="51740" cy="305020"/>
          </a:xfrm>
        </p:grpSpPr>
        <p:sp>
          <p:nvSpPr>
            <p:cNvPr id="73" name="Google Shape;73;p4"/>
            <p:cNvSpPr/>
            <p:nvPr/>
          </p:nvSpPr>
          <p:spPr>
            <a:xfrm>
              <a:off x="0" y="0"/>
              <a:ext cx="51740" cy="305020"/>
            </a:xfrm>
            <a:custGeom>
              <a:rect b="b" l="l" r="r" t="t"/>
              <a:pathLst>
                <a:path extrusionOk="0" h="305020" w="51740">
                  <a:moveTo>
                    <a:pt x="25870" y="0"/>
                  </a:moveTo>
                  <a:lnTo>
                    <a:pt x="25870" y="0"/>
                  </a:lnTo>
                  <a:cubicBezTo>
                    <a:pt x="40158" y="0"/>
                    <a:pt x="51740" y="11582"/>
                    <a:pt x="51740" y="25870"/>
                  </a:cubicBezTo>
                  <a:lnTo>
                    <a:pt x="51740" y="279150"/>
                  </a:lnTo>
                  <a:cubicBezTo>
                    <a:pt x="51740" y="293438"/>
                    <a:pt x="40158" y="305020"/>
                    <a:pt x="25870" y="305020"/>
                  </a:cubicBezTo>
                  <a:lnTo>
                    <a:pt x="25870" y="305020"/>
                  </a:lnTo>
                  <a:cubicBezTo>
                    <a:pt x="11582" y="305020"/>
                    <a:pt x="0" y="293438"/>
                    <a:pt x="0" y="279150"/>
                  </a:cubicBezTo>
                  <a:lnTo>
                    <a:pt x="0" y="25870"/>
                  </a:lnTo>
                  <a:cubicBezTo>
                    <a:pt x="0" y="11582"/>
                    <a:pt x="11582" y="0"/>
                    <a:pt x="25870" y="0"/>
                  </a:cubicBezTo>
                  <a:close/>
                </a:path>
              </a:pathLst>
            </a:custGeom>
            <a:solidFill>
              <a:srgbClr val="FF67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4"/>
            <p:cNvSpPr txBox="1"/>
            <p:nvPr/>
          </p:nvSpPr>
          <p:spPr>
            <a:xfrm>
              <a:off x="0" y="66675"/>
              <a:ext cx="516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5" name="Google Shape;75;p4"/>
          <p:cNvCxnSpPr/>
          <p:nvPr/>
        </p:nvCxnSpPr>
        <p:spPr>
          <a:xfrm>
            <a:off x="3688176" y="6005091"/>
            <a:ext cx="720900" cy="0"/>
          </a:xfrm>
          <a:prstGeom prst="straightConnector1">
            <a:avLst/>
          </a:prstGeom>
          <a:noFill/>
          <a:ln cap="flat" cmpd="sng" w="38100">
            <a:solidFill>
              <a:srgbClr val="FF7760"/>
            </a:solidFill>
            <a:prstDash val="solid"/>
            <a:round/>
            <a:headEnd len="lg" w="lg" type="oval"/>
            <a:tailEnd len="lg" w="lg" type="oval"/>
          </a:ln>
        </p:spPr>
      </p:cxnSp>
      <p:cxnSp>
        <p:nvCxnSpPr>
          <p:cNvPr id="76" name="Google Shape;76;p4"/>
          <p:cNvCxnSpPr/>
          <p:nvPr/>
        </p:nvCxnSpPr>
        <p:spPr>
          <a:xfrm>
            <a:off x="3119118" y="7084725"/>
            <a:ext cx="720900" cy="0"/>
          </a:xfrm>
          <a:prstGeom prst="straightConnector1">
            <a:avLst/>
          </a:prstGeom>
          <a:noFill/>
          <a:ln cap="flat" cmpd="sng" w="38100">
            <a:solidFill>
              <a:srgbClr val="FF67AD"/>
            </a:solidFill>
            <a:prstDash val="solid"/>
            <a:round/>
            <a:headEnd len="lg" w="lg" type="oval"/>
            <a:tailEnd len="lg" w="lg" type="oval"/>
          </a:ln>
        </p:spPr>
      </p:cxnSp>
      <p:cxnSp>
        <p:nvCxnSpPr>
          <p:cNvPr id="77" name="Google Shape;77;p4"/>
          <p:cNvCxnSpPr/>
          <p:nvPr/>
        </p:nvCxnSpPr>
        <p:spPr>
          <a:xfrm>
            <a:off x="3688176" y="8145487"/>
            <a:ext cx="720900" cy="0"/>
          </a:xfrm>
          <a:prstGeom prst="straightConnector1">
            <a:avLst/>
          </a:prstGeom>
          <a:noFill/>
          <a:ln cap="flat" cmpd="sng" w="38100">
            <a:solidFill>
              <a:srgbClr val="4370E4"/>
            </a:solidFill>
            <a:prstDash val="solid"/>
            <a:round/>
            <a:headEnd len="lg" w="lg" type="oval"/>
            <a:tailEnd len="lg" w="lg" type="oval"/>
          </a:ln>
        </p:spPr>
      </p:cxnSp>
      <p:sp>
        <p:nvSpPr>
          <p:cNvPr id="78" name="Google Shape;78;p4"/>
          <p:cNvSpPr txBox="1"/>
          <p:nvPr/>
        </p:nvSpPr>
        <p:spPr>
          <a:xfrm>
            <a:off x="711909" y="7367920"/>
            <a:ext cx="223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800">
                <a:solidFill>
                  <a:srgbClr val="FF67AD"/>
                </a:solidFill>
                <a:latin typeface="DM Sans"/>
                <a:ea typeface="DM Sans"/>
                <a:cs typeface="DM Sans"/>
                <a:sym typeface="DM Sans"/>
              </a:rPr>
              <a:t>Click to edit this document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800">
              <a:solidFill>
                <a:srgbClr val="4370E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67AD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4652382" y="5617750"/>
            <a:ext cx="278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776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CLICK TO EDIT</a:t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4652383" y="7758775"/>
            <a:ext cx="278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4370E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CLICK TO EDIT</a:t>
            </a:r>
            <a:endParaRPr/>
          </a:p>
        </p:txBody>
      </p:sp>
      <p:sp>
        <p:nvSpPr>
          <p:cNvPr id="81" name="Google Shape;81;p4"/>
          <p:cNvSpPr txBox="1"/>
          <p:nvPr/>
        </p:nvSpPr>
        <p:spPr>
          <a:xfrm>
            <a:off x="4652366" y="4173672"/>
            <a:ext cx="2187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67AD"/>
                </a:solidFill>
                <a:latin typeface="DM Sans"/>
                <a:ea typeface="DM Sans"/>
                <a:cs typeface="DM Sans"/>
                <a:sym typeface="DM Sans"/>
              </a:rPr>
              <a:t>Click to edit this document</a:t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4652366" y="8476320"/>
            <a:ext cx="223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800">
                <a:solidFill>
                  <a:srgbClr val="FF67AD"/>
                </a:solidFill>
                <a:latin typeface="DM Sans"/>
                <a:ea typeface="DM Sans"/>
                <a:cs typeface="DM Sans"/>
                <a:sym typeface="DM Sans"/>
              </a:rPr>
              <a:t>Click to edit this document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4370E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577288" y="790063"/>
            <a:ext cx="63813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99">
                <a:solidFill>
                  <a:srgbClr val="FF67AD"/>
                </a:solidFill>
                <a:latin typeface="Londrina Solid Black"/>
                <a:ea typeface="Londrina Solid Black"/>
                <a:cs typeface="Londrina Solid Black"/>
                <a:sym typeface="Londrina Solid Black"/>
              </a:rPr>
              <a:t>CLICK TO EDIT</a:t>
            </a:r>
            <a:endParaRPr sz="100"/>
          </a:p>
        </p:txBody>
      </p:sp>
      <p:sp>
        <p:nvSpPr>
          <p:cNvPr id="84" name="Google Shape;84;p4"/>
          <p:cNvSpPr txBox="1"/>
          <p:nvPr/>
        </p:nvSpPr>
        <p:spPr>
          <a:xfrm>
            <a:off x="577288" y="1925019"/>
            <a:ext cx="63813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4370E4"/>
                </a:solidFill>
                <a:latin typeface="Londrina Solid Black"/>
                <a:ea typeface="Londrina Solid Black"/>
                <a:cs typeface="Londrina Solid Black"/>
                <a:sym typeface="Londrina Solid Black"/>
              </a:rPr>
              <a:t>THEME STYLE</a:t>
            </a:r>
            <a:endParaRPr sz="5800"/>
          </a:p>
        </p:txBody>
      </p:sp>
      <p:sp>
        <p:nvSpPr>
          <p:cNvPr id="85" name="Google Shape;85;p4"/>
          <p:cNvSpPr txBox="1"/>
          <p:nvPr/>
        </p:nvSpPr>
        <p:spPr>
          <a:xfrm>
            <a:off x="756000" y="5132312"/>
            <a:ext cx="218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800">
                <a:solidFill>
                  <a:srgbClr val="FF67AD"/>
                </a:solidFill>
                <a:latin typeface="DM Sans"/>
                <a:ea typeface="DM Sans"/>
                <a:cs typeface="DM Sans"/>
                <a:sym typeface="DM Sans"/>
              </a:rPr>
              <a:t>Click to edit this document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4370E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652366" y="6335291"/>
            <a:ext cx="218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800">
                <a:solidFill>
                  <a:srgbClr val="FF67AD"/>
                </a:solidFill>
                <a:latin typeface="DM Sans"/>
                <a:ea typeface="DM Sans"/>
                <a:cs typeface="DM Sans"/>
                <a:sym typeface="DM Sans"/>
              </a:rPr>
              <a:t>Click to edit this document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776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154301" y="4462375"/>
            <a:ext cx="278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4370E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CLICK TO EDIT</a:t>
            </a: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4652380" y="3455350"/>
            <a:ext cx="278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67AD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CLICK TO EDIT</a:t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154525" y="6624650"/>
            <a:ext cx="278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67AD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CLICK TO EDIT</a:t>
            </a:r>
            <a:endParaRPr/>
          </a:p>
        </p:txBody>
      </p:sp>
      <p:grpSp>
        <p:nvGrpSpPr>
          <p:cNvPr id="90" name="Google Shape;90;p4"/>
          <p:cNvGrpSpPr/>
          <p:nvPr/>
        </p:nvGrpSpPr>
        <p:grpSpPr>
          <a:xfrm>
            <a:off x="0" y="0"/>
            <a:ext cx="7560123" cy="10692177"/>
            <a:chOff x="0" y="0"/>
            <a:chExt cx="2709333" cy="3831772"/>
          </a:xfrm>
        </p:grpSpPr>
        <p:sp>
          <p:nvSpPr>
            <p:cNvPr id="91" name="Google Shape;91;p4"/>
            <p:cNvSpPr/>
            <p:nvPr/>
          </p:nvSpPr>
          <p:spPr>
            <a:xfrm>
              <a:off x="0" y="0"/>
              <a:ext cx="2709333" cy="3831772"/>
            </a:xfrm>
            <a:custGeom>
              <a:rect b="b" l="l" r="r" t="t"/>
              <a:pathLst>
                <a:path extrusionOk="0" h="383177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3831772"/>
                  </a:lnTo>
                  <a:lnTo>
                    <a:pt x="0" y="38317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0">
              <a:solidFill>
                <a:srgbClr val="FF776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2" name="Google Shape;92;p4"/>
            <p:cNvSpPr txBox="1"/>
            <p:nvPr/>
          </p:nvSpPr>
          <p:spPr>
            <a:xfrm>
              <a:off x="0" y="66675"/>
              <a:ext cx="2709300" cy="3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8" name="Google Shape;108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9" name="Google Shape;109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5" name="Google Shape;115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6" name="Google Shape;116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7" name="Google Shape;117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8" name="Google Shape;1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9" name="Google Shape;129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0" name="Google Shape;1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32.png"/><Relationship Id="rId6" Type="http://schemas.openxmlformats.org/officeDocument/2006/relationships/image" Target="../media/image13.png"/><Relationship Id="rId7" Type="http://schemas.openxmlformats.org/officeDocument/2006/relationships/image" Target="../media/image31.png"/><Relationship Id="rId8" Type="http://schemas.openxmlformats.org/officeDocument/2006/relationships/image" Target="../media/image12.png"/><Relationship Id="rId9" Type="http://schemas.openxmlformats.org/officeDocument/2006/relationships/image" Target="../media/image30.png"/><Relationship Id="rId10" Type="http://schemas.openxmlformats.org/officeDocument/2006/relationships/image" Target="../media/image9.png"/><Relationship Id="rId11" Type="http://schemas.openxmlformats.org/officeDocument/2006/relationships/image" Target="../media/image2.png"/><Relationship Id="rId12" Type="http://schemas.openxmlformats.org/officeDocument/2006/relationships/image" Target="../media/image4.png"/><Relationship Id="rId13" Type="http://schemas.openxmlformats.org/officeDocument/2006/relationships/image" Target="../media/image24.png"/><Relationship Id="rId14" Type="http://schemas.openxmlformats.org/officeDocument/2006/relationships/image" Target="../media/image7.png"/><Relationship Id="rId15" Type="http://schemas.openxmlformats.org/officeDocument/2006/relationships/image" Target="../media/image28.png"/><Relationship Id="rId16" Type="http://schemas.openxmlformats.org/officeDocument/2006/relationships/image" Target="../media/image1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Relationship Id="rId19" Type="http://schemas.openxmlformats.org/officeDocument/2006/relationships/image" Target="../media/image3.png"/><Relationship Id="rId20" Type="http://schemas.openxmlformats.org/officeDocument/2006/relationships/image" Target="../media/image23.png"/><Relationship Id="rId21" Type="http://schemas.openxmlformats.org/officeDocument/2006/relationships/image" Target="../media/image15.png"/><Relationship Id="rId22" Type="http://schemas.openxmlformats.org/officeDocument/2006/relationships/image" Target="../media/image5.png"/><Relationship Id="rId23" Type="http://schemas.openxmlformats.org/officeDocument/2006/relationships/image" Target="../media/image8.png"/><Relationship Id="rId24" Type="http://schemas.openxmlformats.org/officeDocument/2006/relationships/image" Target="../media/image6.png"/><Relationship Id="rId25" Type="http://schemas.openxmlformats.org/officeDocument/2006/relationships/image" Target="../media/image11.png"/><Relationship Id="rId26" Type="http://schemas.openxmlformats.org/officeDocument/2006/relationships/image" Target="../media/image38.png"/><Relationship Id="rId27" Type="http://schemas.openxmlformats.org/officeDocument/2006/relationships/image" Target="../media/image18.png"/><Relationship Id="rId28" Type="http://schemas.openxmlformats.org/officeDocument/2006/relationships/image" Target="../media/image27.png"/><Relationship Id="rId29" Type="http://schemas.openxmlformats.org/officeDocument/2006/relationships/image" Target="../media/image16.png"/><Relationship Id="rId30" Type="http://schemas.openxmlformats.org/officeDocument/2006/relationships/image" Target="../media/image14.png"/><Relationship Id="rId31" Type="http://schemas.openxmlformats.org/officeDocument/2006/relationships/image" Target="../media/image17.png"/><Relationship Id="rId32" Type="http://schemas.openxmlformats.org/officeDocument/2006/relationships/image" Target="../media/image21.png"/><Relationship Id="rId33" Type="http://schemas.openxmlformats.org/officeDocument/2006/relationships/image" Target="../media/image25.png"/><Relationship Id="rId34" Type="http://schemas.openxmlformats.org/officeDocument/2006/relationships/image" Target="../media/image20.png"/><Relationship Id="rId35" Type="http://schemas.openxmlformats.org/officeDocument/2006/relationships/image" Target="../media/image36.png"/><Relationship Id="rId36" Type="http://schemas.openxmlformats.org/officeDocument/2006/relationships/image" Target="../media/image19.png"/><Relationship Id="rId37" Type="http://schemas.openxmlformats.org/officeDocument/2006/relationships/image" Target="../media/image33.png"/><Relationship Id="rId38" Type="http://schemas.openxmlformats.org/officeDocument/2006/relationships/image" Target="../media/image29.png"/><Relationship Id="rId39" Type="http://schemas.openxmlformats.org/officeDocument/2006/relationships/image" Target="../media/image26.png"/><Relationship Id="rId40" Type="http://schemas.openxmlformats.org/officeDocument/2006/relationships/image" Target="../media/image40.png"/><Relationship Id="rId41" Type="http://schemas.openxmlformats.org/officeDocument/2006/relationships/image" Target="../media/image3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479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14"/>
          <p:cNvGrpSpPr/>
          <p:nvPr/>
        </p:nvGrpSpPr>
        <p:grpSpPr>
          <a:xfrm>
            <a:off x="1845337" y="2693791"/>
            <a:ext cx="5278726" cy="1256507"/>
            <a:chOff x="0" y="0"/>
            <a:chExt cx="1953012" cy="464880"/>
          </a:xfrm>
        </p:grpSpPr>
        <p:sp>
          <p:nvSpPr>
            <p:cNvPr id="157" name="Google Shape;157;p14"/>
            <p:cNvSpPr/>
            <p:nvPr/>
          </p:nvSpPr>
          <p:spPr>
            <a:xfrm>
              <a:off x="0" y="0"/>
              <a:ext cx="1953012" cy="464880"/>
            </a:xfrm>
            <a:custGeom>
              <a:rect b="b" l="l" r="r" t="t"/>
              <a:pathLst>
                <a:path extrusionOk="0" h="464880" w="1953012">
                  <a:moveTo>
                    <a:pt x="0" y="0"/>
                  </a:moveTo>
                  <a:lnTo>
                    <a:pt x="1953012" y="0"/>
                  </a:lnTo>
                  <a:lnTo>
                    <a:pt x="1953012" y="464880"/>
                  </a:lnTo>
                  <a:lnTo>
                    <a:pt x="0" y="464880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EA7DA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/>
            <a:p/>
          </p:txBody>
        </p:sp>
        <p:sp>
          <p:nvSpPr>
            <p:cNvPr id="158" name="Google Shape;158;p14"/>
            <p:cNvSpPr txBox="1"/>
            <p:nvPr/>
          </p:nvSpPr>
          <p:spPr>
            <a:xfrm>
              <a:off x="0" y="66675"/>
              <a:ext cx="1953012" cy="398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4"/>
          <p:cNvGrpSpPr/>
          <p:nvPr/>
        </p:nvGrpSpPr>
        <p:grpSpPr>
          <a:xfrm>
            <a:off x="1845337" y="4242961"/>
            <a:ext cx="5278726" cy="1256507"/>
            <a:chOff x="0" y="0"/>
            <a:chExt cx="1953012" cy="464880"/>
          </a:xfrm>
        </p:grpSpPr>
        <p:sp>
          <p:nvSpPr>
            <p:cNvPr id="160" name="Google Shape;160;p14"/>
            <p:cNvSpPr/>
            <p:nvPr/>
          </p:nvSpPr>
          <p:spPr>
            <a:xfrm>
              <a:off x="0" y="0"/>
              <a:ext cx="1953012" cy="464880"/>
            </a:xfrm>
            <a:custGeom>
              <a:rect b="b" l="l" r="r" t="t"/>
              <a:pathLst>
                <a:path extrusionOk="0" h="464880" w="1953012">
                  <a:moveTo>
                    <a:pt x="0" y="0"/>
                  </a:moveTo>
                  <a:lnTo>
                    <a:pt x="1953012" y="0"/>
                  </a:lnTo>
                  <a:lnTo>
                    <a:pt x="1953012" y="464880"/>
                  </a:lnTo>
                  <a:lnTo>
                    <a:pt x="0" y="464880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B887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/>
            <a:p/>
          </p:txBody>
        </p:sp>
        <p:sp>
          <p:nvSpPr>
            <p:cNvPr id="161" name="Google Shape;161;p14"/>
            <p:cNvSpPr txBox="1"/>
            <p:nvPr/>
          </p:nvSpPr>
          <p:spPr>
            <a:xfrm>
              <a:off x="0" y="66675"/>
              <a:ext cx="1953012" cy="398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4"/>
          <p:cNvGrpSpPr/>
          <p:nvPr/>
        </p:nvGrpSpPr>
        <p:grpSpPr>
          <a:xfrm>
            <a:off x="1845337" y="5792132"/>
            <a:ext cx="5278726" cy="1256507"/>
            <a:chOff x="0" y="0"/>
            <a:chExt cx="1953012" cy="464880"/>
          </a:xfrm>
        </p:grpSpPr>
        <p:sp>
          <p:nvSpPr>
            <p:cNvPr id="163" name="Google Shape;163;p14"/>
            <p:cNvSpPr/>
            <p:nvPr/>
          </p:nvSpPr>
          <p:spPr>
            <a:xfrm>
              <a:off x="0" y="0"/>
              <a:ext cx="1953012" cy="464880"/>
            </a:xfrm>
            <a:custGeom>
              <a:rect b="b" l="l" r="r" t="t"/>
              <a:pathLst>
                <a:path extrusionOk="0" h="464880" w="1953012">
                  <a:moveTo>
                    <a:pt x="0" y="0"/>
                  </a:moveTo>
                  <a:lnTo>
                    <a:pt x="1953012" y="0"/>
                  </a:lnTo>
                  <a:lnTo>
                    <a:pt x="1953012" y="464880"/>
                  </a:lnTo>
                  <a:lnTo>
                    <a:pt x="0" y="464880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EA7DA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/>
            <a:p/>
          </p:txBody>
        </p:sp>
        <p:sp>
          <p:nvSpPr>
            <p:cNvPr id="164" name="Google Shape;164;p14"/>
            <p:cNvSpPr txBox="1"/>
            <p:nvPr/>
          </p:nvSpPr>
          <p:spPr>
            <a:xfrm>
              <a:off x="0" y="66675"/>
              <a:ext cx="1953012" cy="398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14"/>
          <p:cNvGrpSpPr/>
          <p:nvPr/>
        </p:nvGrpSpPr>
        <p:grpSpPr>
          <a:xfrm>
            <a:off x="1845337" y="7341302"/>
            <a:ext cx="5278726" cy="1256507"/>
            <a:chOff x="0" y="0"/>
            <a:chExt cx="1953012" cy="464880"/>
          </a:xfrm>
        </p:grpSpPr>
        <p:sp>
          <p:nvSpPr>
            <p:cNvPr id="166" name="Google Shape;166;p14"/>
            <p:cNvSpPr/>
            <p:nvPr/>
          </p:nvSpPr>
          <p:spPr>
            <a:xfrm>
              <a:off x="0" y="0"/>
              <a:ext cx="1953012" cy="464880"/>
            </a:xfrm>
            <a:custGeom>
              <a:rect b="b" l="l" r="r" t="t"/>
              <a:pathLst>
                <a:path extrusionOk="0" h="464880" w="1953012">
                  <a:moveTo>
                    <a:pt x="0" y="0"/>
                  </a:moveTo>
                  <a:lnTo>
                    <a:pt x="1953012" y="0"/>
                  </a:lnTo>
                  <a:lnTo>
                    <a:pt x="1953012" y="464880"/>
                  </a:lnTo>
                  <a:lnTo>
                    <a:pt x="0" y="464880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B887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/>
            <a:p/>
          </p:txBody>
        </p:sp>
        <p:sp>
          <p:nvSpPr>
            <p:cNvPr id="167" name="Google Shape;167;p14"/>
            <p:cNvSpPr txBox="1"/>
            <p:nvPr/>
          </p:nvSpPr>
          <p:spPr>
            <a:xfrm>
              <a:off x="0" y="66675"/>
              <a:ext cx="1953012" cy="398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4"/>
          <p:cNvGrpSpPr/>
          <p:nvPr/>
        </p:nvGrpSpPr>
        <p:grpSpPr>
          <a:xfrm>
            <a:off x="1845337" y="8890473"/>
            <a:ext cx="5278726" cy="1256507"/>
            <a:chOff x="0" y="0"/>
            <a:chExt cx="1953012" cy="464880"/>
          </a:xfrm>
        </p:grpSpPr>
        <p:sp>
          <p:nvSpPr>
            <p:cNvPr id="169" name="Google Shape;169;p14"/>
            <p:cNvSpPr/>
            <p:nvPr/>
          </p:nvSpPr>
          <p:spPr>
            <a:xfrm>
              <a:off x="0" y="0"/>
              <a:ext cx="1953012" cy="464880"/>
            </a:xfrm>
            <a:custGeom>
              <a:rect b="b" l="l" r="r" t="t"/>
              <a:pathLst>
                <a:path extrusionOk="0" h="464880" w="1953012">
                  <a:moveTo>
                    <a:pt x="0" y="0"/>
                  </a:moveTo>
                  <a:lnTo>
                    <a:pt x="1953012" y="0"/>
                  </a:lnTo>
                  <a:lnTo>
                    <a:pt x="1953012" y="464880"/>
                  </a:lnTo>
                  <a:lnTo>
                    <a:pt x="0" y="464880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EA7DA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/>
            <a:p/>
          </p:txBody>
        </p:sp>
        <p:sp>
          <p:nvSpPr>
            <p:cNvPr id="170" name="Google Shape;170;p14"/>
            <p:cNvSpPr txBox="1"/>
            <p:nvPr/>
          </p:nvSpPr>
          <p:spPr>
            <a:xfrm>
              <a:off x="0" y="66675"/>
              <a:ext cx="1953012" cy="398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1" name="Google Shape;171;p14"/>
          <p:cNvCxnSpPr/>
          <p:nvPr/>
        </p:nvCxnSpPr>
        <p:spPr>
          <a:xfrm>
            <a:off x="999255" y="3322044"/>
            <a:ext cx="0" cy="6073713"/>
          </a:xfrm>
          <a:prstGeom prst="straightConnector1">
            <a:avLst/>
          </a:prstGeom>
          <a:noFill/>
          <a:ln cap="flat" cmpd="sng" w="38100">
            <a:solidFill>
              <a:srgbClr val="4370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2" name="Google Shape;172;p14"/>
          <p:cNvGrpSpPr/>
          <p:nvPr/>
        </p:nvGrpSpPr>
        <p:grpSpPr>
          <a:xfrm>
            <a:off x="435937" y="2758726"/>
            <a:ext cx="1126636" cy="1126636"/>
            <a:chOff x="0" y="0"/>
            <a:chExt cx="812800" cy="812800"/>
          </a:xfrm>
        </p:grpSpPr>
        <p:sp>
          <p:nvSpPr>
            <p:cNvPr id="173" name="Google Shape;173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D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14"/>
          <p:cNvGrpSpPr/>
          <p:nvPr/>
        </p:nvGrpSpPr>
        <p:grpSpPr>
          <a:xfrm>
            <a:off x="435937" y="4307897"/>
            <a:ext cx="1126636" cy="1126636"/>
            <a:chOff x="0" y="0"/>
            <a:chExt cx="812800" cy="8128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7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4"/>
          <p:cNvGrpSpPr/>
          <p:nvPr/>
        </p:nvGrpSpPr>
        <p:grpSpPr>
          <a:xfrm>
            <a:off x="435937" y="5857067"/>
            <a:ext cx="1126636" cy="1126636"/>
            <a:chOff x="0" y="0"/>
            <a:chExt cx="812800" cy="812800"/>
          </a:xfrm>
        </p:grpSpPr>
        <p:sp>
          <p:nvSpPr>
            <p:cNvPr id="179" name="Google Shape;179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D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435937" y="7406238"/>
            <a:ext cx="1126636" cy="1126636"/>
            <a:chOff x="0" y="0"/>
            <a:chExt cx="812800" cy="812800"/>
          </a:xfrm>
        </p:grpSpPr>
        <p:sp>
          <p:nvSpPr>
            <p:cNvPr id="182" name="Google Shape;182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7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4"/>
          <p:cNvGrpSpPr/>
          <p:nvPr/>
        </p:nvGrpSpPr>
        <p:grpSpPr>
          <a:xfrm>
            <a:off x="435937" y="8955408"/>
            <a:ext cx="1126636" cy="1126636"/>
            <a:chOff x="0" y="0"/>
            <a:chExt cx="812800" cy="812800"/>
          </a:xfrm>
        </p:grpSpPr>
        <p:sp>
          <p:nvSpPr>
            <p:cNvPr id="185" name="Google Shape;18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D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4"/>
          <p:cNvSpPr txBox="1"/>
          <p:nvPr/>
        </p:nvSpPr>
        <p:spPr>
          <a:xfrm>
            <a:off x="591367" y="3071659"/>
            <a:ext cx="8157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6459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IYUN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6459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1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595238" y="4608022"/>
            <a:ext cx="8157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6459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IYUL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6459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2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610417" y="6158433"/>
            <a:ext cx="8157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6459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AVG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6459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3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610417" y="7707603"/>
            <a:ext cx="8157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6459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SEN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6459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4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595238" y="9256774"/>
            <a:ext cx="815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6459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OKT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6459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5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2122619" y="2969619"/>
            <a:ext cx="472416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4594"/>
                </a:solidFill>
                <a:latin typeface="DM Sans"/>
                <a:ea typeface="DM Sans"/>
                <a:cs typeface="DM Sans"/>
                <a:sym typeface="DM Sans"/>
              </a:rPr>
              <a:t>Bu yerga axborot texnologiyalari va tizimlar bo'yicha tegishli matn yoki ma'lumotlar kiritiladi.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2122619" y="4518790"/>
            <a:ext cx="472416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4594"/>
                </a:solidFill>
                <a:latin typeface="DM Sans"/>
                <a:ea typeface="DM Sans"/>
                <a:cs typeface="DM Sans"/>
                <a:sym typeface="DM Sans"/>
              </a:rPr>
              <a:t>Bu yerga axborot texnologiyalari va tizimlar bo'yicha tegishli matn yoki ma'lumotlar kiritiladi.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2122619" y="6070968"/>
            <a:ext cx="472416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4594"/>
                </a:solidFill>
                <a:latin typeface="DM Sans"/>
                <a:ea typeface="DM Sans"/>
                <a:cs typeface="DM Sans"/>
                <a:sym typeface="DM Sans"/>
              </a:rPr>
              <a:t>Bu yerga axborot texnologiyalari va tizimlar bo'yicha tegishli matn yoki ma'lumotlar kiritiladi.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2122619" y="7620139"/>
            <a:ext cx="472416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4594"/>
                </a:solidFill>
                <a:latin typeface="DM Sans"/>
                <a:ea typeface="DM Sans"/>
                <a:cs typeface="DM Sans"/>
                <a:sym typeface="DM Sans"/>
              </a:rPr>
              <a:t>Bu yerga axborot texnologiyalari va tizimlar bo'yicha tegishli matn yoki ma'lumotlar kiritiladi.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2122619" y="9159784"/>
            <a:ext cx="472416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4594"/>
                </a:solidFill>
                <a:latin typeface="DM Sans"/>
                <a:ea typeface="DM Sans"/>
                <a:cs typeface="DM Sans"/>
                <a:sym typeface="DM Sans"/>
              </a:rPr>
              <a:t>Bu yerga axborot texnologiyalari va tizimlar bo'yicha tegishli matn yoki ma'lumotlar kiritiladi.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577288" y="530136"/>
            <a:ext cx="6381248" cy="12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FF67AD"/>
                </a:solidFill>
                <a:latin typeface="Londrina Solid Black"/>
                <a:ea typeface="Londrina Solid Black"/>
                <a:cs typeface="Londrina Solid Black"/>
                <a:sym typeface="Londrina Solid Black"/>
              </a:rPr>
              <a:t>SHU KUNDA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577288" y="1598417"/>
            <a:ext cx="6381248" cy="733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57" u="none" cap="none" strike="noStrike">
                <a:solidFill>
                  <a:srgbClr val="FF7760"/>
                </a:solidFill>
                <a:latin typeface="Londrina Solid Black"/>
                <a:ea typeface="Londrina Solid Black"/>
                <a:cs typeface="Londrina Solid Black"/>
                <a:sym typeface="Londrina Solid Black"/>
              </a:rPr>
              <a:t>XOTIRA IYERARXIYASI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5"/>
          <p:cNvGrpSpPr/>
          <p:nvPr/>
        </p:nvGrpSpPr>
        <p:grpSpPr>
          <a:xfrm>
            <a:off x="3695725" y="5031654"/>
            <a:ext cx="144374" cy="844960"/>
            <a:chOff x="0" y="0"/>
            <a:chExt cx="51740" cy="302815"/>
          </a:xfrm>
        </p:grpSpPr>
        <p:sp>
          <p:nvSpPr>
            <p:cNvPr id="204" name="Google Shape;204;p15"/>
            <p:cNvSpPr/>
            <p:nvPr/>
          </p:nvSpPr>
          <p:spPr>
            <a:xfrm>
              <a:off x="0" y="0"/>
              <a:ext cx="51740" cy="302815"/>
            </a:xfrm>
            <a:custGeom>
              <a:rect b="b" l="l" r="r" t="t"/>
              <a:pathLst>
                <a:path extrusionOk="0" h="302815" w="51740">
                  <a:moveTo>
                    <a:pt x="25870" y="0"/>
                  </a:moveTo>
                  <a:lnTo>
                    <a:pt x="25870" y="0"/>
                  </a:lnTo>
                  <a:cubicBezTo>
                    <a:pt x="40158" y="0"/>
                    <a:pt x="51740" y="11582"/>
                    <a:pt x="51740" y="25870"/>
                  </a:cubicBezTo>
                  <a:lnTo>
                    <a:pt x="51740" y="276945"/>
                  </a:lnTo>
                  <a:cubicBezTo>
                    <a:pt x="51740" y="291232"/>
                    <a:pt x="40158" y="302815"/>
                    <a:pt x="25870" y="302815"/>
                  </a:cubicBezTo>
                  <a:lnTo>
                    <a:pt x="25870" y="302815"/>
                  </a:lnTo>
                  <a:cubicBezTo>
                    <a:pt x="11582" y="302815"/>
                    <a:pt x="0" y="291232"/>
                    <a:pt x="0" y="276945"/>
                  </a:cubicBezTo>
                  <a:lnTo>
                    <a:pt x="0" y="25870"/>
                  </a:lnTo>
                  <a:cubicBezTo>
                    <a:pt x="0" y="11582"/>
                    <a:pt x="11582" y="0"/>
                    <a:pt x="25870" y="0"/>
                  </a:cubicBezTo>
                  <a:close/>
                </a:path>
              </a:pathLst>
            </a:custGeom>
            <a:solidFill>
              <a:srgbClr val="4370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5"/>
            <p:cNvSpPr txBox="1"/>
            <p:nvPr/>
          </p:nvSpPr>
          <p:spPr>
            <a:xfrm>
              <a:off x="0" y="66675"/>
              <a:ext cx="51740" cy="236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5"/>
          <p:cNvGrpSpPr/>
          <p:nvPr/>
        </p:nvGrpSpPr>
        <p:grpSpPr>
          <a:xfrm>
            <a:off x="3695725" y="6128916"/>
            <a:ext cx="144374" cy="844960"/>
            <a:chOff x="0" y="0"/>
            <a:chExt cx="51740" cy="302815"/>
          </a:xfrm>
        </p:grpSpPr>
        <p:sp>
          <p:nvSpPr>
            <p:cNvPr id="207" name="Google Shape;207;p15"/>
            <p:cNvSpPr/>
            <p:nvPr/>
          </p:nvSpPr>
          <p:spPr>
            <a:xfrm>
              <a:off x="0" y="0"/>
              <a:ext cx="51740" cy="302815"/>
            </a:xfrm>
            <a:custGeom>
              <a:rect b="b" l="l" r="r" t="t"/>
              <a:pathLst>
                <a:path extrusionOk="0" h="302815" w="51740">
                  <a:moveTo>
                    <a:pt x="25870" y="0"/>
                  </a:moveTo>
                  <a:lnTo>
                    <a:pt x="25870" y="0"/>
                  </a:lnTo>
                  <a:cubicBezTo>
                    <a:pt x="40158" y="0"/>
                    <a:pt x="51740" y="11582"/>
                    <a:pt x="51740" y="25870"/>
                  </a:cubicBezTo>
                  <a:lnTo>
                    <a:pt x="51740" y="276945"/>
                  </a:lnTo>
                  <a:cubicBezTo>
                    <a:pt x="51740" y="291232"/>
                    <a:pt x="40158" y="302815"/>
                    <a:pt x="25870" y="302815"/>
                  </a:cubicBezTo>
                  <a:lnTo>
                    <a:pt x="25870" y="302815"/>
                  </a:lnTo>
                  <a:cubicBezTo>
                    <a:pt x="11582" y="302815"/>
                    <a:pt x="0" y="291232"/>
                    <a:pt x="0" y="276945"/>
                  </a:cubicBezTo>
                  <a:lnTo>
                    <a:pt x="0" y="25870"/>
                  </a:lnTo>
                  <a:cubicBezTo>
                    <a:pt x="0" y="11582"/>
                    <a:pt x="11582" y="0"/>
                    <a:pt x="25870" y="0"/>
                  </a:cubicBezTo>
                  <a:close/>
                </a:path>
              </a:pathLst>
            </a:custGeom>
            <a:solidFill>
              <a:srgbClr val="FF77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5"/>
            <p:cNvSpPr txBox="1"/>
            <p:nvPr/>
          </p:nvSpPr>
          <p:spPr>
            <a:xfrm>
              <a:off x="0" y="66675"/>
              <a:ext cx="51740" cy="236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5"/>
          <p:cNvGrpSpPr/>
          <p:nvPr/>
        </p:nvGrpSpPr>
        <p:grpSpPr>
          <a:xfrm>
            <a:off x="0" y="0"/>
            <a:ext cx="7560123" cy="10692177"/>
            <a:chOff x="0" y="0"/>
            <a:chExt cx="2709333" cy="3831772"/>
          </a:xfrm>
        </p:grpSpPr>
        <p:sp>
          <p:nvSpPr>
            <p:cNvPr id="210" name="Google Shape;210;p15"/>
            <p:cNvSpPr/>
            <p:nvPr/>
          </p:nvSpPr>
          <p:spPr>
            <a:xfrm>
              <a:off x="0" y="0"/>
              <a:ext cx="2709333" cy="3831772"/>
            </a:xfrm>
            <a:custGeom>
              <a:rect b="b" l="l" r="r" t="t"/>
              <a:pathLst>
                <a:path extrusionOk="0" h="383177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3831772"/>
                  </a:lnTo>
                  <a:lnTo>
                    <a:pt x="0" y="38317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0">
              <a:solidFill>
                <a:srgbClr val="FF77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/>
            <a:p/>
          </p:txBody>
        </p:sp>
        <p:sp>
          <p:nvSpPr>
            <p:cNvPr id="211" name="Google Shape;211;p15"/>
            <p:cNvSpPr txBox="1"/>
            <p:nvPr/>
          </p:nvSpPr>
          <p:spPr>
            <a:xfrm>
              <a:off x="0" y="66675"/>
              <a:ext cx="2709300" cy="3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5"/>
          <p:cNvGrpSpPr/>
          <p:nvPr/>
        </p:nvGrpSpPr>
        <p:grpSpPr>
          <a:xfrm>
            <a:off x="3695725" y="3334718"/>
            <a:ext cx="144374" cy="412717"/>
            <a:chOff x="0" y="0"/>
            <a:chExt cx="51740" cy="147908"/>
          </a:xfrm>
        </p:grpSpPr>
        <p:sp>
          <p:nvSpPr>
            <p:cNvPr id="213" name="Google Shape;213;p15"/>
            <p:cNvSpPr/>
            <p:nvPr/>
          </p:nvSpPr>
          <p:spPr>
            <a:xfrm>
              <a:off x="0" y="0"/>
              <a:ext cx="51740" cy="147908"/>
            </a:xfrm>
            <a:custGeom>
              <a:rect b="b" l="l" r="r" t="t"/>
              <a:pathLst>
                <a:path extrusionOk="0" h="147908" w="51740">
                  <a:moveTo>
                    <a:pt x="25870" y="0"/>
                  </a:moveTo>
                  <a:lnTo>
                    <a:pt x="25870" y="0"/>
                  </a:lnTo>
                  <a:cubicBezTo>
                    <a:pt x="40158" y="0"/>
                    <a:pt x="51740" y="11582"/>
                    <a:pt x="51740" y="25870"/>
                  </a:cubicBezTo>
                  <a:lnTo>
                    <a:pt x="51740" y="122038"/>
                  </a:lnTo>
                  <a:cubicBezTo>
                    <a:pt x="51740" y="136326"/>
                    <a:pt x="40158" y="147908"/>
                    <a:pt x="25870" y="147908"/>
                  </a:cubicBezTo>
                  <a:lnTo>
                    <a:pt x="25870" y="147908"/>
                  </a:lnTo>
                  <a:cubicBezTo>
                    <a:pt x="11582" y="147908"/>
                    <a:pt x="0" y="136326"/>
                    <a:pt x="0" y="122038"/>
                  </a:cubicBezTo>
                  <a:lnTo>
                    <a:pt x="0" y="25870"/>
                  </a:lnTo>
                  <a:cubicBezTo>
                    <a:pt x="0" y="11582"/>
                    <a:pt x="11582" y="0"/>
                    <a:pt x="25870" y="0"/>
                  </a:cubicBezTo>
                  <a:close/>
                </a:path>
              </a:pathLst>
            </a:custGeom>
            <a:solidFill>
              <a:srgbClr val="FF77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5"/>
            <p:cNvSpPr txBox="1"/>
            <p:nvPr/>
          </p:nvSpPr>
          <p:spPr>
            <a:xfrm>
              <a:off x="0" y="66675"/>
              <a:ext cx="51740" cy="81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15"/>
          <p:cNvGrpSpPr/>
          <p:nvPr/>
        </p:nvGrpSpPr>
        <p:grpSpPr>
          <a:xfrm>
            <a:off x="3688176" y="7199025"/>
            <a:ext cx="168550" cy="844960"/>
            <a:chOff x="0" y="0"/>
            <a:chExt cx="60405" cy="302815"/>
          </a:xfrm>
        </p:grpSpPr>
        <p:sp>
          <p:nvSpPr>
            <p:cNvPr id="216" name="Google Shape;216;p15"/>
            <p:cNvSpPr/>
            <p:nvPr/>
          </p:nvSpPr>
          <p:spPr>
            <a:xfrm>
              <a:off x="0" y="0"/>
              <a:ext cx="60405" cy="302815"/>
            </a:xfrm>
            <a:custGeom>
              <a:rect b="b" l="l" r="r" t="t"/>
              <a:pathLst>
                <a:path extrusionOk="0" h="302815" w="60405">
                  <a:moveTo>
                    <a:pt x="30202" y="0"/>
                  </a:moveTo>
                  <a:lnTo>
                    <a:pt x="30202" y="0"/>
                  </a:lnTo>
                  <a:cubicBezTo>
                    <a:pt x="38212" y="0"/>
                    <a:pt x="45894" y="3182"/>
                    <a:pt x="51558" y="8846"/>
                  </a:cubicBezTo>
                  <a:cubicBezTo>
                    <a:pt x="57223" y="14510"/>
                    <a:pt x="60405" y="22192"/>
                    <a:pt x="60405" y="30202"/>
                  </a:cubicBezTo>
                  <a:lnTo>
                    <a:pt x="60405" y="272613"/>
                  </a:lnTo>
                  <a:cubicBezTo>
                    <a:pt x="60405" y="280623"/>
                    <a:pt x="57223" y="288305"/>
                    <a:pt x="51558" y="293969"/>
                  </a:cubicBezTo>
                  <a:cubicBezTo>
                    <a:pt x="45894" y="299633"/>
                    <a:pt x="38212" y="302815"/>
                    <a:pt x="30202" y="302815"/>
                  </a:cubicBezTo>
                  <a:lnTo>
                    <a:pt x="30202" y="302815"/>
                  </a:lnTo>
                  <a:cubicBezTo>
                    <a:pt x="22192" y="302815"/>
                    <a:pt x="14510" y="299633"/>
                    <a:pt x="8846" y="293969"/>
                  </a:cubicBezTo>
                  <a:cubicBezTo>
                    <a:pt x="3182" y="288305"/>
                    <a:pt x="0" y="280623"/>
                    <a:pt x="0" y="272613"/>
                  </a:cubicBezTo>
                  <a:lnTo>
                    <a:pt x="0" y="30202"/>
                  </a:lnTo>
                  <a:cubicBezTo>
                    <a:pt x="0" y="22192"/>
                    <a:pt x="3182" y="14510"/>
                    <a:pt x="8846" y="8846"/>
                  </a:cubicBezTo>
                  <a:cubicBezTo>
                    <a:pt x="14510" y="3182"/>
                    <a:pt x="22192" y="0"/>
                    <a:pt x="30202" y="0"/>
                  </a:cubicBezTo>
                  <a:close/>
                </a:path>
              </a:pathLst>
            </a:custGeom>
            <a:solidFill>
              <a:srgbClr val="FF67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5"/>
            <p:cNvSpPr txBox="1"/>
            <p:nvPr/>
          </p:nvSpPr>
          <p:spPr>
            <a:xfrm>
              <a:off x="0" y="66675"/>
              <a:ext cx="60405" cy="236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15"/>
          <p:cNvGrpSpPr/>
          <p:nvPr/>
        </p:nvGrpSpPr>
        <p:grpSpPr>
          <a:xfrm>
            <a:off x="3688176" y="8260687"/>
            <a:ext cx="187063" cy="1491921"/>
            <a:chOff x="0" y="0"/>
            <a:chExt cx="67039" cy="534671"/>
          </a:xfrm>
        </p:grpSpPr>
        <p:sp>
          <p:nvSpPr>
            <p:cNvPr id="219" name="Google Shape;219;p15"/>
            <p:cNvSpPr/>
            <p:nvPr/>
          </p:nvSpPr>
          <p:spPr>
            <a:xfrm>
              <a:off x="0" y="0"/>
              <a:ext cx="67039" cy="534671"/>
            </a:xfrm>
            <a:custGeom>
              <a:rect b="b" l="l" r="r" t="t"/>
              <a:pathLst>
                <a:path extrusionOk="0" h="534671" w="67039">
                  <a:moveTo>
                    <a:pt x="33520" y="0"/>
                  </a:moveTo>
                  <a:lnTo>
                    <a:pt x="33520" y="0"/>
                  </a:lnTo>
                  <a:cubicBezTo>
                    <a:pt x="42409" y="0"/>
                    <a:pt x="50935" y="3532"/>
                    <a:pt x="57221" y="9818"/>
                  </a:cubicBezTo>
                  <a:cubicBezTo>
                    <a:pt x="63507" y="16104"/>
                    <a:pt x="67039" y="24630"/>
                    <a:pt x="67039" y="33520"/>
                  </a:cubicBezTo>
                  <a:lnTo>
                    <a:pt x="67039" y="501151"/>
                  </a:lnTo>
                  <a:cubicBezTo>
                    <a:pt x="67039" y="510041"/>
                    <a:pt x="63507" y="518567"/>
                    <a:pt x="57221" y="524853"/>
                  </a:cubicBezTo>
                  <a:cubicBezTo>
                    <a:pt x="50935" y="531139"/>
                    <a:pt x="42409" y="534671"/>
                    <a:pt x="33520" y="534671"/>
                  </a:cubicBezTo>
                  <a:lnTo>
                    <a:pt x="33520" y="534671"/>
                  </a:lnTo>
                  <a:cubicBezTo>
                    <a:pt x="24630" y="534671"/>
                    <a:pt x="16104" y="531139"/>
                    <a:pt x="9818" y="524853"/>
                  </a:cubicBezTo>
                  <a:cubicBezTo>
                    <a:pt x="3532" y="518567"/>
                    <a:pt x="0" y="510041"/>
                    <a:pt x="0" y="501151"/>
                  </a:cubicBezTo>
                  <a:lnTo>
                    <a:pt x="0" y="33520"/>
                  </a:lnTo>
                  <a:cubicBezTo>
                    <a:pt x="0" y="24630"/>
                    <a:pt x="3532" y="16104"/>
                    <a:pt x="9818" y="9818"/>
                  </a:cubicBezTo>
                  <a:cubicBezTo>
                    <a:pt x="16104" y="3532"/>
                    <a:pt x="24630" y="0"/>
                    <a:pt x="33520" y="0"/>
                  </a:cubicBezTo>
                  <a:close/>
                </a:path>
              </a:pathLst>
            </a:custGeom>
            <a:solidFill>
              <a:srgbClr val="4370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5"/>
            <p:cNvSpPr txBox="1"/>
            <p:nvPr/>
          </p:nvSpPr>
          <p:spPr>
            <a:xfrm>
              <a:off x="0" y="66675"/>
              <a:ext cx="67039" cy="467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1" name="Google Shape;221;p15"/>
          <p:cNvCxnSpPr/>
          <p:nvPr/>
        </p:nvCxnSpPr>
        <p:spPr>
          <a:xfrm>
            <a:off x="3695725" y="3855097"/>
            <a:ext cx="720981" cy="0"/>
          </a:xfrm>
          <a:prstGeom prst="straightConnector1">
            <a:avLst/>
          </a:prstGeom>
          <a:noFill/>
          <a:ln cap="flat" cmpd="sng" w="38100">
            <a:solidFill>
              <a:srgbClr val="FF67AD"/>
            </a:solidFill>
            <a:prstDash val="solid"/>
            <a:round/>
            <a:headEnd len="lg" w="lg" type="oval"/>
            <a:tailEnd len="lg" w="lg" type="oval"/>
          </a:ln>
        </p:spPr>
      </p:cxnSp>
      <p:cxnSp>
        <p:nvCxnSpPr>
          <p:cNvPr id="222" name="Google Shape;222;p15"/>
          <p:cNvCxnSpPr/>
          <p:nvPr/>
        </p:nvCxnSpPr>
        <p:spPr>
          <a:xfrm>
            <a:off x="3119118" y="4913449"/>
            <a:ext cx="720981" cy="0"/>
          </a:xfrm>
          <a:prstGeom prst="straightConnector1">
            <a:avLst/>
          </a:prstGeom>
          <a:noFill/>
          <a:ln cap="flat" cmpd="sng" w="38100">
            <a:solidFill>
              <a:srgbClr val="4370E4"/>
            </a:solidFill>
            <a:prstDash val="solid"/>
            <a:round/>
            <a:headEnd len="lg" w="lg" type="oval"/>
            <a:tailEnd len="lg" w="lg" type="oval"/>
          </a:ln>
        </p:spPr>
      </p:cxnSp>
      <p:grpSp>
        <p:nvGrpSpPr>
          <p:cNvPr id="223" name="Google Shape;223;p15"/>
          <p:cNvGrpSpPr/>
          <p:nvPr/>
        </p:nvGrpSpPr>
        <p:grpSpPr>
          <a:xfrm>
            <a:off x="3695725" y="3959872"/>
            <a:ext cx="144374" cy="851115"/>
            <a:chOff x="0" y="0"/>
            <a:chExt cx="51740" cy="305020"/>
          </a:xfrm>
        </p:grpSpPr>
        <p:sp>
          <p:nvSpPr>
            <p:cNvPr id="224" name="Google Shape;224;p15"/>
            <p:cNvSpPr/>
            <p:nvPr/>
          </p:nvSpPr>
          <p:spPr>
            <a:xfrm>
              <a:off x="0" y="0"/>
              <a:ext cx="51740" cy="305020"/>
            </a:xfrm>
            <a:custGeom>
              <a:rect b="b" l="l" r="r" t="t"/>
              <a:pathLst>
                <a:path extrusionOk="0" h="305020" w="51740">
                  <a:moveTo>
                    <a:pt x="25870" y="0"/>
                  </a:moveTo>
                  <a:lnTo>
                    <a:pt x="25870" y="0"/>
                  </a:lnTo>
                  <a:cubicBezTo>
                    <a:pt x="40158" y="0"/>
                    <a:pt x="51740" y="11582"/>
                    <a:pt x="51740" y="25870"/>
                  </a:cubicBezTo>
                  <a:lnTo>
                    <a:pt x="51740" y="279150"/>
                  </a:lnTo>
                  <a:cubicBezTo>
                    <a:pt x="51740" y="293438"/>
                    <a:pt x="40158" y="305020"/>
                    <a:pt x="25870" y="305020"/>
                  </a:cubicBezTo>
                  <a:lnTo>
                    <a:pt x="25870" y="305020"/>
                  </a:lnTo>
                  <a:cubicBezTo>
                    <a:pt x="11582" y="305020"/>
                    <a:pt x="0" y="293438"/>
                    <a:pt x="0" y="279150"/>
                  </a:cubicBezTo>
                  <a:lnTo>
                    <a:pt x="0" y="25870"/>
                  </a:lnTo>
                  <a:cubicBezTo>
                    <a:pt x="0" y="11582"/>
                    <a:pt x="11582" y="0"/>
                    <a:pt x="25870" y="0"/>
                  </a:cubicBezTo>
                  <a:close/>
                </a:path>
              </a:pathLst>
            </a:custGeom>
            <a:solidFill>
              <a:srgbClr val="FF67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5"/>
            <p:cNvSpPr txBox="1"/>
            <p:nvPr/>
          </p:nvSpPr>
          <p:spPr>
            <a:xfrm>
              <a:off x="0" y="66675"/>
              <a:ext cx="51740" cy="238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6" name="Google Shape;226;p15"/>
          <p:cNvCxnSpPr/>
          <p:nvPr/>
        </p:nvCxnSpPr>
        <p:spPr>
          <a:xfrm>
            <a:off x="3688176" y="6005091"/>
            <a:ext cx="720981" cy="0"/>
          </a:xfrm>
          <a:prstGeom prst="straightConnector1">
            <a:avLst/>
          </a:prstGeom>
          <a:noFill/>
          <a:ln cap="flat" cmpd="sng" w="38100">
            <a:solidFill>
              <a:srgbClr val="FF7760"/>
            </a:solidFill>
            <a:prstDash val="solid"/>
            <a:round/>
            <a:headEnd len="lg" w="lg" type="oval"/>
            <a:tailEnd len="lg" w="lg" type="oval"/>
          </a:ln>
        </p:spPr>
      </p:cxnSp>
      <p:cxnSp>
        <p:nvCxnSpPr>
          <p:cNvPr id="227" name="Google Shape;227;p15"/>
          <p:cNvCxnSpPr/>
          <p:nvPr/>
        </p:nvCxnSpPr>
        <p:spPr>
          <a:xfrm>
            <a:off x="3119118" y="7084725"/>
            <a:ext cx="720900" cy="0"/>
          </a:xfrm>
          <a:prstGeom prst="straightConnector1">
            <a:avLst/>
          </a:prstGeom>
          <a:noFill/>
          <a:ln cap="flat" cmpd="sng" w="38100">
            <a:solidFill>
              <a:srgbClr val="FF67AD"/>
            </a:solidFill>
            <a:prstDash val="solid"/>
            <a:round/>
            <a:headEnd len="lg" w="lg" type="oval"/>
            <a:tailEnd len="lg" w="lg" type="oval"/>
          </a:ln>
        </p:spPr>
      </p:cxnSp>
      <p:cxnSp>
        <p:nvCxnSpPr>
          <p:cNvPr id="228" name="Google Shape;228;p15"/>
          <p:cNvCxnSpPr/>
          <p:nvPr/>
        </p:nvCxnSpPr>
        <p:spPr>
          <a:xfrm>
            <a:off x="3688176" y="8145487"/>
            <a:ext cx="720981" cy="0"/>
          </a:xfrm>
          <a:prstGeom prst="straightConnector1">
            <a:avLst/>
          </a:prstGeom>
          <a:noFill/>
          <a:ln cap="flat" cmpd="sng" w="38100">
            <a:solidFill>
              <a:srgbClr val="4370E4"/>
            </a:solidFill>
            <a:prstDash val="solid"/>
            <a:round/>
            <a:headEnd len="lg" w="lg" type="oval"/>
            <a:tailEnd len="lg" w="lg" type="oval"/>
          </a:ln>
        </p:spPr>
      </p:cxnSp>
      <p:sp>
        <p:nvSpPr>
          <p:cNvPr id="229" name="Google Shape;229;p15"/>
          <p:cNvSpPr txBox="1"/>
          <p:nvPr/>
        </p:nvSpPr>
        <p:spPr>
          <a:xfrm>
            <a:off x="711909" y="7367920"/>
            <a:ext cx="22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67AD"/>
                </a:solidFill>
                <a:latin typeface="DM Sans"/>
                <a:ea typeface="DM Sans"/>
                <a:cs typeface="DM Sans"/>
                <a:sym typeface="DM Sans"/>
              </a:rPr>
              <a:t>Bu yerda kompyuter arxitekturasi hamda xotira iyerarxiyasiga oid batafsil ma'lumot va tahlillar keltiriladi.</a:t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4652366" y="5617741"/>
            <a:ext cx="1536854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776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3-AVG</a:t>
            </a:r>
            <a:endParaRPr/>
          </a:p>
        </p:txBody>
      </p:sp>
      <p:sp>
        <p:nvSpPr>
          <p:cNvPr id="231" name="Google Shape;231;p15"/>
          <p:cNvSpPr txBox="1"/>
          <p:nvPr/>
        </p:nvSpPr>
        <p:spPr>
          <a:xfrm>
            <a:off x="4652366" y="7758770"/>
            <a:ext cx="1490343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4370E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5-OKT</a:t>
            </a:r>
            <a:endParaRPr/>
          </a:p>
        </p:txBody>
      </p:sp>
      <p:sp>
        <p:nvSpPr>
          <p:cNvPr id="232" name="Google Shape;232;p15"/>
          <p:cNvSpPr txBox="1"/>
          <p:nvPr/>
        </p:nvSpPr>
        <p:spPr>
          <a:xfrm>
            <a:off x="4652366" y="4173672"/>
            <a:ext cx="218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67AD"/>
                </a:solidFill>
                <a:latin typeface="DM Sans"/>
                <a:ea typeface="DM Sans"/>
                <a:cs typeface="DM Sans"/>
                <a:sym typeface="DM Sans"/>
              </a:rPr>
              <a:t>Bu yerda kompyuter arxitekturasi hamda xotira iyerarxiyasiga oid batafsil ma'lumot va tahlillar keltiriladi.</a:t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>
            <a:off x="4652366" y="8476320"/>
            <a:ext cx="22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370E4"/>
                </a:solidFill>
                <a:latin typeface="DM Sans"/>
                <a:ea typeface="DM Sans"/>
                <a:cs typeface="DM Sans"/>
                <a:sym typeface="DM Sans"/>
              </a:rPr>
              <a:t>Bu yerda kompyuter arxitekturasi hamda xotira iyerarxiyasiga oid batafsil ma'lumot va tahlillar keltiriladi.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577288" y="790063"/>
            <a:ext cx="6381248" cy="12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FF67AD"/>
                </a:solidFill>
                <a:latin typeface="Londrina Solid Black"/>
                <a:ea typeface="Londrina Solid Black"/>
                <a:cs typeface="Londrina Solid Black"/>
                <a:sym typeface="Londrina Solid Black"/>
              </a:rPr>
              <a:t>SHU KUNDA</a:t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577288" y="1925019"/>
            <a:ext cx="6381248" cy="733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57" u="none" cap="none" strike="noStrike">
                <a:solidFill>
                  <a:srgbClr val="4370E4"/>
                </a:solidFill>
                <a:latin typeface="Londrina Solid Black"/>
                <a:ea typeface="Londrina Solid Black"/>
                <a:cs typeface="Londrina Solid Black"/>
                <a:sym typeface="Londrina Solid Black"/>
              </a:rPr>
              <a:t>XOTIRA IYERARXIYASI</a:t>
            </a:r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756000" y="5132312"/>
            <a:ext cx="218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370E4"/>
                </a:solidFill>
                <a:latin typeface="DM Sans"/>
                <a:ea typeface="DM Sans"/>
                <a:cs typeface="DM Sans"/>
                <a:sym typeface="DM Sans"/>
              </a:rPr>
              <a:t>Bu yerda kompyuter arxitekturasi hamda xotira iyerarxiyasiga oid batafsil ma'lumot va tahlillar keltiriladi.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4652366" y="6335291"/>
            <a:ext cx="218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7760"/>
                </a:solidFill>
                <a:latin typeface="DM Sans"/>
                <a:ea typeface="DM Sans"/>
                <a:cs typeface="DM Sans"/>
                <a:sym typeface="DM Sans"/>
              </a:rPr>
              <a:t>Bu yerda kompyuter arxitekturasi hamda xotira iyerarxiyasiga oid batafsil ma'lumot va tahlillar keltiriladi.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1179786" y="4462387"/>
            <a:ext cx="1763848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4370E4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2-IYUL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4652366" y="3455351"/>
            <a:ext cx="1742851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67AD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1-IYUN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1248006" y="6624640"/>
            <a:ext cx="1695628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67AD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4-SEN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7843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6"/>
          <p:cNvGrpSpPr/>
          <p:nvPr/>
        </p:nvGrpSpPr>
        <p:grpSpPr>
          <a:xfrm>
            <a:off x="597709" y="2293186"/>
            <a:ext cx="6291470" cy="3757704"/>
            <a:chOff x="0" y="-19050"/>
            <a:chExt cx="3295172" cy="1968106"/>
          </a:xfrm>
        </p:grpSpPr>
        <p:sp>
          <p:nvSpPr>
            <p:cNvPr id="246" name="Google Shape;246;p16"/>
            <p:cNvSpPr/>
            <p:nvPr/>
          </p:nvSpPr>
          <p:spPr>
            <a:xfrm>
              <a:off x="0" y="0"/>
              <a:ext cx="3295172" cy="1949056"/>
            </a:xfrm>
            <a:custGeom>
              <a:rect b="b" l="l" r="r" t="t"/>
              <a:pathLst>
                <a:path extrusionOk="0" h="1949056" w="3295172">
                  <a:moveTo>
                    <a:pt x="14767" y="0"/>
                  </a:moveTo>
                  <a:lnTo>
                    <a:pt x="3280406" y="0"/>
                  </a:lnTo>
                  <a:cubicBezTo>
                    <a:pt x="3284322" y="0"/>
                    <a:pt x="3288078" y="1556"/>
                    <a:pt x="3290847" y="4325"/>
                  </a:cubicBezTo>
                  <a:cubicBezTo>
                    <a:pt x="3293616" y="7094"/>
                    <a:pt x="3295172" y="10850"/>
                    <a:pt x="3295172" y="14767"/>
                  </a:cubicBezTo>
                  <a:lnTo>
                    <a:pt x="3295172" y="1934289"/>
                  </a:lnTo>
                  <a:cubicBezTo>
                    <a:pt x="3295172" y="1942445"/>
                    <a:pt x="3288561" y="1949056"/>
                    <a:pt x="3280406" y="1949056"/>
                  </a:cubicBezTo>
                  <a:lnTo>
                    <a:pt x="14767" y="1949056"/>
                  </a:lnTo>
                  <a:cubicBezTo>
                    <a:pt x="10850" y="1949056"/>
                    <a:pt x="7094" y="1947500"/>
                    <a:pt x="4325" y="1944731"/>
                  </a:cubicBezTo>
                  <a:cubicBezTo>
                    <a:pt x="1556" y="1941962"/>
                    <a:pt x="0" y="1938206"/>
                    <a:pt x="0" y="1934289"/>
                  </a:cubicBezTo>
                  <a:lnTo>
                    <a:pt x="0" y="14767"/>
                  </a:lnTo>
                  <a:cubicBezTo>
                    <a:pt x="0" y="6611"/>
                    <a:pt x="6611" y="0"/>
                    <a:pt x="14767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6"/>
            <p:cNvSpPr txBox="1"/>
            <p:nvPr/>
          </p:nvSpPr>
          <p:spPr>
            <a:xfrm>
              <a:off x="0" y="-19050"/>
              <a:ext cx="3295172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525" lIns="25525" spcFirstLastPara="1" rIns="25525" wrap="square" tIns="25525">
              <a:noAutofit/>
            </a:bodyPr>
            <a:lstStyle/>
            <a:p>
              <a:pPr indent="0" lvl="0" marL="0" marR="0" rtl="0" algn="ctr">
                <a:lnSpc>
                  <a:spcPct val="6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16"/>
          <p:cNvGrpSpPr/>
          <p:nvPr/>
        </p:nvGrpSpPr>
        <p:grpSpPr>
          <a:xfrm>
            <a:off x="910235" y="2663159"/>
            <a:ext cx="2662799" cy="438652"/>
            <a:chOff x="0" y="-19050"/>
            <a:chExt cx="1150437" cy="189516"/>
          </a:xfrm>
        </p:grpSpPr>
        <p:sp>
          <p:nvSpPr>
            <p:cNvPr id="249" name="Google Shape;249;p16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26167" y="0"/>
                  </a:moveTo>
                  <a:lnTo>
                    <a:pt x="1124270" y="0"/>
                  </a:lnTo>
                  <a:cubicBezTo>
                    <a:pt x="1131210" y="0"/>
                    <a:pt x="1137866" y="2757"/>
                    <a:pt x="1142773" y="7664"/>
                  </a:cubicBezTo>
                  <a:cubicBezTo>
                    <a:pt x="1147680" y="12571"/>
                    <a:pt x="1150437" y="19227"/>
                    <a:pt x="1150437" y="26167"/>
                  </a:cubicBezTo>
                  <a:lnTo>
                    <a:pt x="1150437" y="144299"/>
                  </a:lnTo>
                  <a:cubicBezTo>
                    <a:pt x="1150437" y="158750"/>
                    <a:pt x="1138722" y="170466"/>
                    <a:pt x="1124270" y="170466"/>
                  </a:cubicBezTo>
                  <a:lnTo>
                    <a:pt x="26167" y="170466"/>
                  </a:lnTo>
                  <a:cubicBezTo>
                    <a:pt x="11715" y="170466"/>
                    <a:pt x="0" y="158750"/>
                    <a:pt x="0" y="144299"/>
                  </a:cubicBezTo>
                  <a:lnTo>
                    <a:pt x="0" y="26167"/>
                  </a:lnTo>
                  <a:cubicBezTo>
                    <a:pt x="0" y="11715"/>
                    <a:pt x="11715" y="0"/>
                    <a:pt x="261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6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525" lIns="25525" spcFirstLastPara="1" rIns="25525" wrap="square" tIns="25525">
              <a:noAutofit/>
            </a:bodyPr>
            <a:lstStyle/>
            <a:p>
              <a:pPr indent="0" lvl="0" marL="0" marR="0" rtl="0" algn="ctr">
                <a:lnSpc>
                  <a:spcPct val="6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16"/>
          <p:cNvGrpSpPr/>
          <p:nvPr/>
        </p:nvGrpSpPr>
        <p:grpSpPr>
          <a:xfrm>
            <a:off x="3882517" y="2663159"/>
            <a:ext cx="2662799" cy="438652"/>
            <a:chOff x="0" y="-19050"/>
            <a:chExt cx="1150437" cy="189516"/>
          </a:xfrm>
        </p:grpSpPr>
        <p:sp>
          <p:nvSpPr>
            <p:cNvPr id="252" name="Google Shape;252;p16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26167" y="0"/>
                  </a:moveTo>
                  <a:lnTo>
                    <a:pt x="1124270" y="0"/>
                  </a:lnTo>
                  <a:cubicBezTo>
                    <a:pt x="1131210" y="0"/>
                    <a:pt x="1137866" y="2757"/>
                    <a:pt x="1142773" y="7664"/>
                  </a:cubicBezTo>
                  <a:cubicBezTo>
                    <a:pt x="1147680" y="12571"/>
                    <a:pt x="1150437" y="19227"/>
                    <a:pt x="1150437" y="26167"/>
                  </a:cubicBezTo>
                  <a:lnTo>
                    <a:pt x="1150437" y="144299"/>
                  </a:lnTo>
                  <a:cubicBezTo>
                    <a:pt x="1150437" y="158750"/>
                    <a:pt x="1138722" y="170466"/>
                    <a:pt x="1124270" y="170466"/>
                  </a:cubicBezTo>
                  <a:lnTo>
                    <a:pt x="26167" y="170466"/>
                  </a:lnTo>
                  <a:cubicBezTo>
                    <a:pt x="11715" y="170466"/>
                    <a:pt x="0" y="158750"/>
                    <a:pt x="0" y="144299"/>
                  </a:cubicBezTo>
                  <a:lnTo>
                    <a:pt x="0" y="26167"/>
                  </a:lnTo>
                  <a:cubicBezTo>
                    <a:pt x="0" y="11715"/>
                    <a:pt x="11715" y="0"/>
                    <a:pt x="261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6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525" lIns="25525" spcFirstLastPara="1" rIns="25525" wrap="square" tIns="25525">
              <a:noAutofit/>
            </a:bodyPr>
            <a:lstStyle/>
            <a:p>
              <a:pPr indent="0" lvl="0" marL="0" marR="0" rtl="0" algn="ctr">
                <a:lnSpc>
                  <a:spcPct val="6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16"/>
          <p:cNvGrpSpPr/>
          <p:nvPr/>
        </p:nvGrpSpPr>
        <p:grpSpPr>
          <a:xfrm>
            <a:off x="597709" y="6240789"/>
            <a:ext cx="6291470" cy="3757704"/>
            <a:chOff x="0" y="-19050"/>
            <a:chExt cx="3295172" cy="1968106"/>
          </a:xfrm>
        </p:grpSpPr>
        <p:sp>
          <p:nvSpPr>
            <p:cNvPr id="255" name="Google Shape;255;p16"/>
            <p:cNvSpPr/>
            <p:nvPr/>
          </p:nvSpPr>
          <p:spPr>
            <a:xfrm>
              <a:off x="0" y="0"/>
              <a:ext cx="3295172" cy="1949056"/>
            </a:xfrm>
            <a:custGeom>
              <a:rect b="b" l="l" r="r" t="t"/>
              <a:pathLst>
                <a:path extrusionOk="0" h="1949056" w="3295172">
                  <a:moveTo>
                    <a:pt x="14767" y="0"/>
                  </a:moveTo>
                  <a:lnTo>
                    <a:pt x="3280406" y="0"/>
                  </a:lnTo>
                  <a:cubicBezTo>
                    <a:pt x="3284322" y="0"/>
                    <a:pt x="3288078" y="1556"/>
                    <a:pt x="3290847" y="4325"/>
                  </a:cubicBezTo>
                  <a:cubicBezTo>
                    <a:pt x="3293616" y="7094"/>
                    <a:pt x="3295172" y="10850"/>
                    <a:pt x="3295172" y="14767"/>
                  </a:cubicBezTo>
                  <a:lnTo>
                    <a:pt x="3295172" y="1934289"/>
                  </a:lnTo>
                  <a:cubicBezTo>
                    <a:pt x="3295172" y="1942445"/>
                    <a:pt x="3288561" y="1949056"/>
                    <a:pt x="3280406" y="1949056"/>
                  </a:cubicBezTo>
                  <a:lnTo>
                    <a:pt x="14767" y="1949056"/>
                  </a:lnTo>
                  <a:cubicBezTo>
                    <a:pt x="10850" y="1949056"/>
                    <a:pt x="7094" y="1947500"/>
                    <a:pt x="4325" y="1944731"/>
                  </a:cubicBezTo>
                  <a:cubicBezTo>
                    <a:pt x="1556" y="1941962"/>
                    <a:pt x="0" y="1938206"/>
                    <a:pt x="0" y="1934289"/>
                  </a:cubicBezTo>
                  <a:lnTo>
                    <a:pt x="0" y="14767"/>
                  </a:lnTo>
                  <a:cubicBezTo>
                    <a:pt x="0" y="6611"/>
                    <a:pt x="6611" y="0"/>
                    <a:pt x="14767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6"/>
            <p:cNvSpPr txBox="1"/>
            <p:nvPr/>
          </p:nvSpPr>
          <p:spPr>
            <a:xfrm>
              <a:off x="0" y="-19050"/>
              <a:ext cx="3295172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525" lIns="25525" spcFirstLastPara="1" rIns="25525" wrap="square" tIns="25525">
              <a:noAutofit/>
            </a:bodyPr>
            <a:lstStyle/>
            <a:p>
              <a:pPr indent="0" lvl="0" marL="0" marR="0" rtl="0" algn="ctr">
                <a:lnSpc>
                  <a:spcPct val="6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6"/>
          <p:cNvGrpSpPr/>
          <p:nvPr/>
        </p:nvGrpSpPr>
        <p:grpSpPr>
          <a:xfrm>
            <a:off x="2448601" y="6642643"/>
            <a:ext cx="2662799" cy="438652"/>
            <a:chOff x="0" y="-19050"/>
            <a:chExt cx="1150437" cy="189516"/>
          </a:xfrm>
        </p:grpSpPr>
        <p:sp>
          <p:nvSpPr>
            <p:cNvPr id="258" name="Google Shape;258;p16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26167" y="0"/>
                  </a:moveTo>
                  <a:lnTo>
                    <a:pt x="1124270" y="0"/>
                  </a:lnTo>
                  <a:cubicBezTo>
                    <a:pt x="1131210" y="0"/>
                    <a:pt x="1137866" y="2757"/>
                    <a:pt x="1142773" y="7664"/>
                  </a:cubicBezTo>
                  <a:cubicBezTo>
                    <a:pt x="1147680" y="12571"/>
                    <a:pt x="1150437" y="19227"/>
                    <a:pt x="1150437" y="26167"/>
                  </a:cubicBezTo>
                  <a:lnTo>
                    <a:pt x="1150437" y="144299"/>
                  </a:lnTo>
                  <a:cubicBezTo>
                    <a:pt x="1150437" y="158750"/>
                    <a:pt x="1138722" y="170466"/>
                    <a:pt x="1124270" y="170466"/>
                  </a:cubicBezTo>
                  <a:lnTo>
                    <a:pt x="26167" y="170466"/>
                  </a:lnTo>
                  <a:cubicBezTo>
                    <a:pt x="11715" y="170466"/>
                    <a:pt x="0" y="158750"/>
                    <a:pt x="0" y="144299"/>
                  </a:cubicBezTo>
                  <a:lnTo>
                    <a:pt x="0" y="26167"/>
                  </a:lnTo>
                  <a:cubicBezTo>
                    <a:pt x="0" y="11715"/>
                    <a:pt x="11715" y="0"/>
                    <a:pt x="261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6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525" lIns="25525" spcFirstLastPara="1" rIns="25525" wrap="square" tIns="25525">
              <a:noAutofit/>
            </a:bodyPr>
            <a:lstStyle/>
            <a:p>
              <a:pPr indent="0" lvl="0" marL="0" marR="0" rtl="0" algn="ctr">
                <a:lnSpc>
                  <a:spcPct val="6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6"/>
          <p:cNvSpPr txBox="1"/>
          <p:nvPr/>
        </p:nvSpPr>
        <p:spPr>
          <a:xfrm>
            <a:off x="439417" y="1476337"/>
            <a:ext cx="6608053" cy="215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7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Ushbu dizayn resurslaridan Canva taqdimotingizda foydalaning.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1273162" y="832200"/>
            <a:ext cx="5013676" cy="564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28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RESURSLAR SAHIFASI</a:t>
            </a:r>
            <a:endParaRPr/>
          </a:p>
        </p:txBody>
      </p:sp>
      <p:sp>
        <p:nvSpPr>
          <p:cNvPr id="262" name="Google Shape;262;p16"/>
          <p:cNvSpPr txBox="1"/>
          <p:nvPr/>
        </p:nvSpPr>
        <p:spPr>
          <a:xfrm>
            <a:off x="967166" y="3343247"/>
            <a:ext cx="2548936" cy="297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taqdimot shabloni</a:t>
            </a:r>
            <a:endParaRPr/>
          </a:p>
          <a:p>
            <a:pPr indent="0" lvl="0" marL="0" marR="0" rtl="0" algn="ctr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quyidagi bepul shriftlardan foydalanadi: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932455" y="5145853"/>
            <a:ext cx="2662799" cy="142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shriftlarni internetdan ham topishingiz mumkin.</a:t>
            </a:r>
            <a:endParaRPr/>
          </a:p>
        </p:txBody>
      </p:sp>
      <p:sp>
        <p:nvSpPr>
          <p:cNvPr id="264" name="Google Shape;264;p16"/>
          <p:cNvSpPr txBox="1"/>
          <p:nvPr/>
        </p:nvSpPr>
        <p:spPr>
          <a:xfrm>
            <a:off x="1273162" y="3937653"/>
            <a:ext cx="1920585" cy="957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SARLAVHALAR:</a:t>
            </a:r>
            <a:endParaRPr/>
          </a:p>
          <a:p>
            <a:pPr indent="0" lvl="0" marL="0" marR="0" rtl="0" algn="ctr">
              <a:lnSpc>
                <a:spcPct val="103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LONDRINA SOLID</a:t>
            </a:r>
            <a:endParaRPr/>
          </a:p>
          <a:p>
            <a:pPr indent="0" lvl="0" marL="0" marR="0" rtl="0" algn="ctr">
              <a:lnSpc>
                <a:spcPct val="730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30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ASOSIY MATN:</a:t>
            </a:r>
            <a:endParaRPr/>
          </a:p>
          <a:p>
            <a:pPr indent="0" lvl="0" marL="0" marR="0" rtl="0" algn="ctr">
              <a:lnSpc>
                <a:spcPct val="103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DM SANS</a:t>
            </a:r>
            <a:endParaRPr/>
          </a:p>
          <a:p>
            <a:pPr indent="0" lvl="0" marL="0" marR="0" rtl="0" algn="ctr">
              <a:lnSpc>
                <a:spcPct val="1027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 txBox="1"/>
          <p:nvPr/>
        </p:nvSpPr>
        <p:spPr>
          <a:xfrm>
            <a:off x="3801010" y="3942420"/>
            <a:ext cx="842981" cy="1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#BFCD36</a:t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4447112" y="3942420"/>
            <a:ext cx="842981" cy="1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#ED7843</a:t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1281342" y="2793997"/>
            <a:ext cx="1920585" cy="2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3" u="none" cap="none" strike="noStrike">
                <a:solidFill>
                  <a:srgbClr val="0F1A38"/>
                </a:solidFill>
                <a:latin typeface="DM Sans"/>
                <a:ea typeface="DM Sans"/>
                <a:cs typeface="DM Sans"/>
                <a:sym typeface="DM Sans"/>
              </a:rPr>
              <a:t>Shriftlar</a:t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4253623" y="2774941"/>
            <a:ext cx="1920585" cy="2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A38"/>
                </a:solidFill>
                <a:latin typeface="DM Sans"/>
                <a:ea typeface="DM Sans"/>
                <a:cs typeface="DM Sans"/>
                <a:sym typeface="DM Sans"/>
              </a:rPr>
              <a:t>Ranglar</a:t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2819707" y="6773481"/>
            <a:ext cx="1920585" cy="2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78" u="none" cap="none" strike="noStrike">
                <a:solidFill>
                  <a:srgbClr val="0F1A38"/>
                </a:solidFill>
                <a:latin typeface="DM Sans"/>
                <a:ea typeface="DM Sans"/>
                <a:cs typeface="DM Sans"/>
                <a:sym typeface="DM Sans"/>
              </a:rPr>
              <a:t>Dizayn elementlari</a:t>
            </a:r>
            <a:endParaRPr/>
          </a:p>
        </p:txBody>
      </p:sp>
      <p:grpSp>
        <p:nvGrpSpPr>
          <p:cNvPr id="270" name="Google Shape;270;p16"/>
          <p:cNvGrpSpPr/>
          <p:nvPr/>
        </p:nvGrpSpPr>
        <p:grpSpPr>
          <a:xfrm>
            <a:off x="3957488" y="3333722"/>
            <a:ext cx="530024" cy="530024"/>
            <a:chOff x="0" y="0"/>
            <a:chExt cx="812800" cy="812800"/>
          </a:xfrm>
        </p:grpSpPr>
        <p:sp>
          <p:nvSpPr>
            <p:cNvPr id="271" name="Google Shape;271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CD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16"/>
          <p:cNvGrpSpPr/>
          <p:nvPr/>
        </p:nvGrpSpPr>
        <p:grpSpPr>
          <a:xfrm>
            <a:off x="4605078" y="3333722"/>
            <a:ext cx="530024" cy="530024"/>
            <a:chOff x="0" y="0"/>
            <a:chExt cx="812800" cy="812800"/>
          </a:xfrm>
        </p:grpSpPr>
        <p:sp>
          <p:nvSpPr>
            <p:cNvPr id="274" name="Google Shape;274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6"/>
          <p:cNvSpPr txBox="1"/>
          <p:nvPr/>
        </p:nvSpPr>
        <p:spPr>
          <a:xfrm>
            <a:off x="5135102" y="3942420"/>
            <a:ext cx="842981" cy="1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#FF67AD</a:t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5783841" y="3942420"/>
            <a:ext cx="842981" cy="1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#4370E4</a:t>
            </a:r>
            <a:endParaRPr/>
          </a:p>
        </p:txBody>
      </p:sp>
      <p:grpSp>
        <p:nvGrpSpPr>
          <p:cNvPr id="278" name="Google Shape;278;p16"/>
          <p:cNvGrpSpPr/>
          <p:nvPr/>
        </p:nvGrpSpPr>
        <p:grpSpPr>
          <a:xfrm>
            <a:off x="5289338" y="3333722"/>
            <a:ext cx="530024" cy="530024"/>
            <a:chOff x="0" y="0"/>
            <a:chExt cx="812800" cy="812800"/>
          </a:xfrm>
        </p:grpSpPr>
        <p:sp>
          <p:nvSpPr>
            <p:cNvPr id="279" name="Google Shape;27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7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6"/>
          <p:cNvGrpSpPr/>
          <p:nvPr/>
        </p:nvGrpSpPr>
        <p:grpSpPr>
          <a:xfrm>
            <a:off x="5933662" y="3333722"/>
            <a:ext cx="530024" cy="530024"/>
            <a:chOff x="0" y="0"/>
            <a:chExt cx="812800" cy="812800"/>
          </a:xfrm>
        </p:grpSpPr>
        <p:sp>
          <p:nvSpPr>
            <p:cNvPr id="282" name="Google Shape;28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70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0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6"/>
          <p:cNvGrpSpPr/>
          <p:nvPr/>
        </p:nvGrpSpPr>
        <p:grpSpPr>
          <a:xfrm>
            <a:off x="1198947" y="7319420"/>
            <a:ext cx="5162106" cy="2364080"/>
            <a:chOff x="0" y="0"/>
            <a:chExt cx="6882808" cy="3152106"/>
          </a:xfrm>
        </p:grpSpPr>
        <p:sp>
          <p:nvSpPr>
            <p:cNvPr id="285" name="Google Shape;285;p16"/>
            <p:cNvSpPr/>
            <p:nvPr/>
          </p:nvSpPr>
          <p:spPr>
            <a:xfrm>
              <a:off x="5616057" y="916672"/>
              <a:ext cx="483951" cy="416198"/>
            </a:xfrm>
            <a:custGeom>
              <a:rect b="b" l="l" r="r" t="t"/>
              <a:pathLst>
                <a:path extrusionOk="0" h="416198" w="483951">
                  <a:moveTo>
                    <a:pt x="0" y="0"/>
                  </a:moveTo>
                  <a:lnTo>
                    <a:pt x="483951" y="0"/>
                  </a:lnTo>
                  <a:lnTo>
                    <a:pt x="483951" y="416197"/>
                  </a:lnTo>
                  <a:lnTo>
                    <a:pt x="0" y="4161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6" name="Google Shape;286;p16"/>
            <p:cNvSpPr/>
            <p:nvPr/>
          </p:nvSpPr>
          <p:spPr>
            <a:xfrm>
              <a:off x="6500943" y="1720942"/>
              <a:ext cx="343964" cy="475327"/>
            </a:xfrm>
            <a:custGeom>
              <a:rect b="b" l="l" r="r" t="t"/>
              <a:pathLst>
                <a:path extrusionOk="0" h="475327" w="343964">
                  <a:moveTo>
                    <a:pt x="0" y="0"/>
                  </a:moveTo>
                  <a:lnTo>
                    <a:pt x="343964" y="0"/>
                  </a:lnTo>
                  <a:lnTo>
                    <a:pt x="343964" y="475327"/>
                  </a:lnTo>
                  <a:lnTo>
                    <a:pt x="0" y="4753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7" name="Google Shape;287;p16"/>
            <p:cNvSpPr/>
            <p:nvPr/>
          </p:nvSpPr>
          <p:spPr>
            <a:xfrm>
              <a:off x="5716564" y="1771583"/>
              <a:ext cx="283381" cy="424685"/>
            </a:xfrm>
            <a:custGeom>
              <a:rect b="b" l="l" r="r" t="t"/>
              <a:pathLst>
                <a:path extrusionOk="0" h="424685" w="283381">
                  <a:moveTo>
                    <a:pt x="0" y="0"/>
                  </a:moveTo>
                  <a:lnTo>
                    <a:pt x="283381" y="0"/>
                  </a:lnTo>
                  <a:lnTo>
                    <a:pt x="283381" y="424686"/>
                  </a:lnTo>
                  <a:lnTo>
                    <a:pt x="0" y="4246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8" name="Google Shape;288;p16"/>
            <p:cNvSpPr/>
            <p:nvPr/>
          </p:nvSpPr>
          <p:spPr>
            <a:xfrm>
              <a:off x="6412834" y="2624440"/>
              <a:ext cx="469974" cy="424685"/>
            </a:xfrm>
            <a:custGeom>
              <a:rect b="b" l="l" r="r" t="t"/>
              <a:pathLst>
                <a:path extrusionOk="0" h="424685" w="469974">
                  <a:moveTo>
                    <a:pt x="0" y="0"/>
                  </a:moveTo>
                  <a:lnTo>
                    <a:pt x="469974" y="0"/>
                  </a:lnTo>
                  <a:lnTo>
                    <a:pt x="469974" y="424685"/>
                  </a:lnTo>
                  <a:lnTo>
                    <a:pt x="0" y="4246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9" name="Google Shape;289;p16"/>
            <p:cNvSpPr/>
            <p:nvPr/>
          </p:nvSpPr>
          <p:spPr>
            <a:xfrm>
              <a:off x="6412834" y="25321"/>
              <a:ext cx="424685" cy="424685"/>
            </a:xfrm>
            <a:custGeom>
              <a:rect b="b" l="l" r="r" t="t"/>
              <a:pathLst>
                <a:path extrusionOk="0" h="424685" w="424685">
                  <a:moveTo>
                    <a:pt x="0" y="0"/>
                  </a:moveTo>
                  <a:lnTo>
                    <a:pt x="424685" y="0"/>
                  </a:lnTo>
                  <a:lnTo>
                    <a:pt x="424685" y="424685"/>
                  </a:lnTo>
                  <a:lnTo>
                    <a:pt x="0" y="4246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0" name="Google Shape;290;p16"/>
            <p:cNvSpPr/>
            <p:nvPr/>
          </p:nvSpPr>
          <p:spPr>
            <a:xfrm>
              <a:off x="5562233" y="29564"/>
              <a:ext cx="581029" cy="357069"/>
            </a:xfrm>
            <a:custGeom>
              <a:rect b="b" l="l" r="r" t="t"/>
              <a:pathLst>
                <a:path extrusionOk="0" h="357069" w="581029">
                  <a:moveTo>
                    <a:pt x="0" y="0"/>
                  </a:moveTo>
                  <a:lnTo>
                    <a:pt x="581029" y="0"/>
                  </a:lnTo>
                  <a:lnTo>
                    <a:pt x="581029" y="357069"/>
                  </a:lnTo>
                  <a:lnTo>
                    <a:pt x="0" y="3570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1" name="Google Shape;291;p16"/>
            <p:cNvSpPr/>
            <p:nvPr/>
          </p:nvSpPr>
          <p:spPr>
            <a:xfrm>
              <a:off x="6369580" y="916672"/>
              <a:ext cx="475327" cy="475327"/>
            </a:xfrm>
            <a:custGeom>
              <a:rect b="b" l="l" r="r" t="t"/>
              <a:pathLst>
                <a:path extrusionOk="0" h="475327" w="475327">
                  <a:moveTo>
                    <a:pt x="0" y="0"/>
                  </a:moveTo>
                  <a:lnTo>
                    <a:pt x="475327" y="0"/>
                  </a:lnTo>
                  <a:lnTo>
                    <a:pt x="475327" y="475326"/>
                  </a:lnTo>
                  <a:lnTo>
                    <a:pt x="0" y="4753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2" name="Google Shape;292;p16"/>
            <p:cNvSpPr/>
            <p:nvPr/>
          </p:nvSpPr>
          <p:spPr>
            <a:xfrm>
              <a:off x="5668945" y="2634982"/>
              <a:ext cx="331000" cy="475327"/>
            </a:xfrm>
            <a:custGeom>
              <a:rect b="b" l="l" r="r" t="t"/>
              <a:pathLst>
                <a:path extrusionOk="0" h="475327" w="331000">
                  <a:moveTo>
                    <a:pt x="0" y="0"/>
                  </a:moveTo>
                  <a:lnTo>
                    <a:pt x="331000" y="0"/>
                  </a:lnTo>
                  <a:lnTo>
                    <a:pt x="331000" y="475327"/>
                  </a:lnTo>
                  <a:lnTo>
                    <a:pt x="0" y="4753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3" name="Google Shape;293;p16"/>
            <p:cNvSpPr/>
            <p:nvPr/>
          </p:nvSpPr>
          <p:spPr>
            <a:xfrm>
              <a:off x="3401527" y="4670"/>
              <a:ext cx="417423" cy="475327"/>
            </a:xfrm>
            <a:custGeom>
              <a:rect b="b" l="l" r="r" t="t"/>
              <a:pathLst>
                <a:path extrusionOk="0" h="475327" w="417423">
                  <a:moveTo>
                    <a:pt x="0" y="0"/>
                  </a:moveTo>
                  <a:lnTo>
                    <a:pt x="417424" y="0"/>
                  </a:lnTo>
                  <a:lnTo>
                    <a:pt x="417424" y="475327"/>
                  </a:lnTo>
                  <a:lnTo>
                    <a:pt x="0" y="4753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4" name="Google Shape;294;p16"/>
            <p:cNvSpPr/>
            <p:nvPr/>
          </p:nvSpPr>
          <p:spPr>
            <a:xfrm>
              <a:off x="4780474" y="90910"/>
              <a:ext cx="551109" cy="327659"/>
            </a:xfrm>
            <a:custGeom>
              <a:rect b="b" l="l" r="r" t="t"/>
              <a:pathLst>
                <a:path extrusionOk="0" h="327659" w="551109">
                  <a:moveTo>
                    <a:pt x="0" y="0"/>
                  </a:moveTo>
                  <a:lnTo>
                    <a:pt x="551109" y="0"/>
                  </a:lnTo>
                  <a:lnTo>
                    <a:pt x="551109" y="327659"/>
                  </a:lnTo>
                  <a:lnTo>
                    <a:pt x="0" y="3276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5" name="Google Shape;295;p16"/>
            <p:cNvSpPr/>
            <p:nvPr/>
          </p:nvSpPr>
          <p:spPr>
            <a:xfrm>
              <a:off x="661154" y="29991"/>
              <a:ext cx="424685" cy="424685"/>
            </a:xfrm>
            <a:custGeom>
              <a:rect b="b" l="l" r="r" t="t"/>
              <a:pathLst>
                <a:path extrusionOk="0" h="424685" w="424685">
                  <a:moveTo>
                    <a:pt x="0" y="0"/>
                  </a:moveTo>
                  <a:lnTo>
                    <a:pt x="424686" y="0"/>
                  </a:lnTo>
                  <a:lnTo>
                    <a:pt x="424686" y="424685"/>
                  </a:lnTo>
                  <a:lnTo>
                    <a:pt x="0" y="4246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6" name="Google Shape;296;p16"/>
            <p:cNvSpPr/>
            <p:nvPr/>
          </p:nvSpPr>
          <p:spPr>
            <a:xfrm>
              <a:off x="3450" y="29991"/>
              <a:ext cx="424685" cy="424685"/>
            </a:xfrm>
            <a:custGeom>
              <a:rect b="b" l="l" r="r" t="t"/>
              <a:pathLst>
                <a:path extrusionOk="0" h="424685" w="424685">
                  <a:moveTo>
                    <a:pt x="0" y="0"/>
                  </a:moveTo>
                  <a:lnTo>
                    <a:pt x="424685" y="0"/>
                  </a:lnTo>
                  <a:lnTo>
                    <a:pt x="424685" y="424685"/>
                  </a:lnTo>
                  <a:lnTo>
                    <a:pt x="0" y="4246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7" name="Google Shape;297;p16"/>
            <p:cNvSpPr/>
            <p:nvPr/>
          </p:nvSpPr>
          <p:spPr>
            <a:xfrm>
              <a:off x="2676628" y="17397"/>
              <a:ext cx="471296" cy="449873"/>
            </a:xfrm>
            <a:custGeom>
              <a:rect b="b" l="l" r="r" t="t"/>
              <a:pathLst>
                <a:path extrusionOk="0" h="449873" w="471296">
                  <a:moveTo>
                    <a:pt x="0" y="0"/>
                  </a:moveTo>
                  <a:lnTo>
                    <a:pt x="471296" y="0"/>
                  </a:lnTo>
                  <a:lnTo>
                    <a:pt x="471296" y="449873"/>
                  </a:lnTo>
                  <a:lnTo>
                    <a:pt x="0" y="4498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8" name="Google Shape;298;p16"/>
            <p:cNvSpPr/>
            <p:nvPr/>
          </p:nvSpPr>
          <p:spPr>
            <a:xfrm>
              <a:off x="1328464" y="4670"/>
              <a:ext cx="471870" cy="475327"/>
            </a:xfrm>
            <a:custGeom>
              <a:rect b="b" l="l" r="r" t="t"/>
              <a:pathLst>
                <a:path extrusionOk="0" h="475327" w="471870">
                  <a:moveTo>
                    <a:pt x="0" y="0"/>
                  </a:moveTo>
                  <a:lnTo>
                    <a:pt x="471870" y="0"/>
                  </a:lnTo>
                  <a:lnTo>
                    <a:pt x="471870" y="475327"/>
                  </a:lnTo>
                  <a:lnTo>
                    <a:pt x="0" y="4753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9" name="Google Shape;299;p16"/>
            <p:cNvSpPr/>
            <p:nvPr/>
          </p:nvSpPr>
          <p:spPr>
            <a:xfrm>
              <a:off x="2038155" y="0"/>
              <a:ext cx="393597" cy="479997"/>
            </a:xfrm>
            <a:custGeom>
              <a:rect b="b" l="l" r="r" t="t"/>
              <a:pathLst>
                <a:path extrusionOk="0" h="479997" w="393597">
                  <a:moveTo>
                    <a:pt x="0" y="0"/>
                  </a:moveTo>
                  <a:lnTo>
                    <a:pt x="393597" y="0"/>
                  </a:lnTo>
                  <a:lnTo>
                    <a:pt x="393597" y="479997"/>
                  </a:lnTo>
                  <a:lnTo>
                    <a:pt x="0" y="4799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0" name="Google Shape;300;p16"/>
            <p:cNvSpPr/>
            <p:nvPr/>
          </p:nvSpPr>
          <p:spPr>
            <a:xfrm>
              <a:off x="4083732" y="29991"/>
              <a:ext cx="447046" cy="449498"/>
            </a:xfrm>
            <a:custGeom>
              <a:rect b="b" l="l" r="r" t="t"/>
              <a:pathLst>
                <a:path extrusionOk="0" h="449498" w="447046">
                  <a:moveTo>
                    <a:pt x="0" y="0"/>
                  </a:moveTo>
                  <a:lnTo>
                    <a:pt x="447046" y="0"/>
                  </a:lnTo>
                  <a:lnTo>
                    <a:pt x="447046" y="449497"/>
                  </a:lnTo>
                  <a:lnTo>
                    <a:pt x="0" y="449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1" name="Google Shape;301;p16"/>
            <p:cNvSpPr/>
            <p:nvPr/>
          </p:nvSpPr>
          <p:spPr>
            <a:xfrm>
              <a:off x="4035949" y="878215"/>
              <a:ext cx="383718" cy="475327"/>
            </a:xfrm>
            <a:custGeom>
              <a:rect b="b" l="l" r="r" t="t"/>
              <a:pathLst>
                <a:path extrusionOk="0" h="475327" w="383718">
                  <a:moveTo>
                    <a:pt x="0" y="0"/>
                  </a:moveTo>
                  <a:lnTo>
                    <a:pt x="383718" y="0"/>
                  </a:lnTo>
                  <a:lnTo>
                    <a:pt x="383718" y="475326"/>
                  </a:lnTo>
                  <a:lnTo>
                    <a:pt x="0" y="4753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2" name="Google Shape;302;p16"/>
            <p:cNvSpPr/>
            <p:nvPr/>
          </p:nvSpPr>
          <p:spPr>
            <a:xfrm>
              <a:off x="3209114" y="878215"/>
              <a:ext cx="516659" cy="475327"/>
            </a:xfrm>
            <a:custGeom>
              <a:rect b="b" l="l" r="r" t="t"/>
              <a:pathLst>
                <a:path extrusionOk="0" h="475327" w="516659">
                  <a:moveTo>
                    <a:pt x="0" y="0"/>
                  </a:moveTo>
                  <a:lnTo>
                    <a:pt x="516659" y="0"/>
                  </a:lnTo>
                  <a:lnTo>
                    <a:pt x="516659" y="475326"/>
                  </a:lnTo>
                  <a:lnTo>
                    <a:pt x="0" y="4753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3" name="Google Shape;303;p16"/>
            <p:cNvSpPr/>
            <p:nvPr/>
          </p:nvSpPr>
          <p:spPr>
            <a:xfrm>
              <a:off x="4761753" y="986007"/>
              <a:ext cx="543195" cy="312090"/>
            </a:xfrm>
            <a:custGeom>
              <a:rect b="b" l="l" r="r" t="t"/>
              <a:pathLst>
                <a:path extrusionOk="0" h="312090" w="543195">
                  <a:moveTo>
                    <a:pt x="0" y="0"/>
                  </a:moveTo>
                  <a:lnTo>
                    <a:pt x="543195" y="0"/>
                  </a:lnTo>
                  <a:lnTo>
                    <a:pt x="543195" y="312091"/>
                  </a:lnTo>
                  <a:lnTo>
                    <a:pt x="0" y="3120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4" name="Google Shape;304;p16"/>
            <p:cNvSpPr/>
            <p:nvPr/>
          </p:nvSpPr>
          <p:spPr>
            <a:xfrm>
              <a:off x="1648553" y="878215"/>
              <a:ext cx="475327" cy="475327"/>
            </a:xfrm>
            <a:custGeom>
              <a:rect b="b" l="l" r="r" t="t"/>
              <a:pathLst>
                <a:path extrusionOk="0" h="475327" w="475327">
                  <a:moveTo>
                    <a:pt x="0" y="0"/>
                  </a:moveTo>
                  <a:lnTo>
                    <a:pt x="475327" y="0"/>
                  </a:lnTo>
                  <a:lnTo>
                    <a:pt x="475327" y="475326"/>
                  </a:lnTo>
                  <a:lnTo>
                    <a:pt x="0" y="4753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5" name="Google Shape;305;p16"/>
            <p:cNvSpPr/>
            <p:nvPr/>
          </p:nvSpPr>
          <p:spPr>
            <a:xfrm>
              <a:off x="3450" y="878215"/>
              <a:ext cx="552705" cy="475327"/>
            </a:xfrm>
            <a:custGeom>
              <a:rect b="b" l="l" r="r" t="t"/>
              <a:pathLst>
                <a:path extrusionOk="0" h="475327" w="552705">
                  <a:moveTo>
                    <a:pt x="0" y="0"/>
                  </a:moveTo>
                  <a:lnTo>
                    <a:pt x="552705" y="0"/>
                  </a:lnTo>
                  <a:lnTo>
                    <a:pt x="552705" y="475326"/>
                  </a:lnTo>
                  <a:lnTo>
                    <a:pt x="0" y="4753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6" name="Google Shape;306;p16"/>
            <p:cNvSpPr/>
            <p:nvPr/>
          </p:nvSpPr>
          <p:spPr>
            <a:xfrm>
              <a:off x="2377864" y="878215"/>
              <a:ext cx="474462" cy="475327"/>
            </a:xfrm>
            <a:custGeom>
              <a:rect b="b" l="l" r="r" t="t"/>
              <a:pathLst>
                <a:path extrusionOk="0" h="475327" w="474462">
                  <a:moveTo>
                    <a:pt x="0" y="0"/>
                  </a:moveTo>
                  <a:lnTo>
                    <a:pt x="474463" y="0"/>
                  </a:lnTo>
                  <a:lnTo>
                    <a:pt x="474463" y="475326"/>
                  </a:lnTo>
                  <a:lnTo>
                    <a:pt x="0" y="4753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7" name="Google Shape;307;p16"/>
            <p:cNvSpPr/>
            <p:nvPr/>
          </p:nvSpPr>
          <p:spPr>
            <a:xfrm>
              <a:off x="864691" y="878215"/>
              <a:ext cx="475327" cy="475327"/>
            </a:xfrm>
            <a:custGeom>
              <a:rect b="b" l="l" r="r" t="t"/>
              <a:pathLst>
                <a:path extrusionOk="0" h="475327" w="475327">
                  <a:moveTo>
                    <a:pt x="0" y="0"/>
                  </a:moveTo>
                  <a:lnTo>
                    <a:pt x="475326" y="0"/>
                  </a:lnTo>
                  <a:lnTo>
                    <a:pt x="475326" y="475326"/>
                  </a:lnTo>
                  <a:lnTo>
                    <a:pt x="0" y="4753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8" name="Google Shape;308;p16"/>
            <p:cNvSpPr/>
            <p:nvPr/>
          </p:nvSpPr>
          <p:spPr>
            <a:xfrm>
              <a:off x="3467241" y="1764826"/>
              <a:ext cx="520933" cy="411064"/>
            </a:xfrm>
            <a:custGeom>
              <a:rect b="b" l="l" r="r" t="t"/>
              <a:pathLst>
                <a:path extrusionOk="0" h="411064" w="520933">
                  <a:moveTo>
                    <a:pt x="0" y="0"/>
                  </a:moveTo>
                  <a:lnTo>
                    <a:pt x="520933" y="0"/>
                  </a:lnTo>
                  <a:lnTo>
                    <a:pt x="520933" y="411064"/>
                  </a:lnTo>
                  <a:lnTo>
                    <a:pt x="0" y="4110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9" name="Google Shape;309;p16"/>
            <p:cNvSpPr/>
            <p:nvPr/>
          </p:nvSpPr>
          <p:spPr>
            <a:xfrm>
              <a:off x="2668794" y="1784144"/>
              <a:ext cx="537247" cy="323325"/>
            </a:xfrm>
            <a:custGeom>
              <a:rect b="b" l="l" r="r" t="t"/>
              <a:pathLst>
                <a:path extrusionOk="0" h="323325" w="537247">
                  <a:moveTo>
                    <a:pt x="0" y="0"/>
                  </a:moveTo>
                  <a:lnTo>
                    <a:pt x="537246" y="0"/>
                  </a:lnTo>
                  <a:lnTo>
                    <a:pt x="537246" y="323325"/>
                  </a:lnTo>
                  <a:lnTo>
                    <a:pt x="0" y="3233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0" name="Google Shape;310;p16"/>
            <p:cNvSpPr/>
            <p:nvPr/>
          </p:nvSpPr>
          <p:spPr>
            <a:xfrm>
              <a:off x="1403865" y="1734755"/>
              <a:ext cx="442077" cy="471206"/>
            </a:xfrm>
            <a:custGeom>
              <a:rect b="b" l="l" r="r" t="t"/>
              <a:pathLst>
                <a:path extrusionOk="0" h="471206" w="442077">
                  <a:moveTo>
                    <a:pt x="0" y="0"/>
                  </a:moveTo>
                  <a:lnTo>
                    <a:pt x="442077" y="0"/>
                  </a:lnTo>
                  <a:lnTo>
                    <a:pt x="442077" y="471206"/>
                  </a:lnTo>
                  <a:lnTo>
                    <a:pt x="0" y="4712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1" name="Google Shape;311;p16"/>
            <p:cNvSpPr/>
            <p:nvPr/>
          </p:nvSpPr>
          <p:spPr>
            <a:xfrm>
              <a:off x="2107143" y="1740275"/>
              <a:ext cx="300450" cy="411064"/>
            </a:xfrm>
            <a:custGeom>
              <a:rect b="b" l="l" r="r" t="t"/>
              <a:pathLst>
                <a:path extrusionOk="0" h="411064" w="300450">
                  <a:moveTo>
                    <a:pt x="0" y="0"/>
                  </a:moveTo>
                  <a:lnTo>
                    <a:pt x="300450" y="0"/>
                  </a:lnTo>
                  <a:lnTo>
                    <a:pt x="300450" y="411064"/>
                  </a:lnTo>
                  <a:lnTo>
                    <a:pt x="0" y="4110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2" name="Google Shape;312;p16"/>
            <p:cNvSpPr/>
            <p:nvPr/>
          </p:nvSpPr>
          <p:spPr>
            <a:xfrm>
              <a:off x="797767" y="1734755"/>
              <a:ext cx="343552" cy="471206"/>
            </a:xfrm>
            <a:custGeom>
              <a:rect b="b" l="l" r="r" t="t"/>
              <a:pathLst>
                <a:path extrusionOk="0" h="471206" w="343552">
                  <a:moveTo>
                    <a:pt x="0" y="0"/>
                  </a:moveTo>
                  <a:lnTo>
                    <a:pt x="343552" y="0"/>
                  </a:lnTo>
                  <a:lnTo>
                    <a:pt x="343552" y="471206"/>
                  </a:lnTo>
                  <a:lnTo>
                    <a:pt x="0" y="4712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3" name="Google Shape;313;p16"/>
            <p:cNvSpPr/>
            <p:nvPr/>
          </p:nvSpPr>
          <p:spPr>
            <a:xfrm>
              <a:off x="4924331" y="1764826"/>
              <a:ext cx="411064" cy="411064"/>
            </a:xfrm>
            <a:custGeom>
              <a:rect b="b" l="l" r="r" t="t"/>
              <a:pathLst>
                <a:path extrusionOk="0" h="411064" w="411064">
                  <a:moveTo>
                    <a:pt x="0" y="0"/>
                  </a:moveTo>
                  <a:lnTo>
                    <a:pt x="411064" y="0"/>
                  </a:lnTo>
                  <a:lnTo>
                    <a:pt x="411064" y="411064"/>
                  </a:lnTo>
                  <a:lnTo>
                    <a:pt x="0" y="4110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4" name="Google Shape;314;p16"/>
            <p:cNvSpPr/>
            <p:nvPr/>
          </p:nvSpPr>
          <p:spPr>
            <a:xfrm>
              <a:off x="4251393" y="1764826"/>
              <a:ext cx="411064" cy="411064"/>
            </a:xfrm>
            <a:custGeom>
              <a:rect b="b" l="l" r="r" t="t"/>
              <a:pathLst>
                <a:path extrusionOk="0" h="411064" w="411064">
                  <a:moveTo>
                    <a:pt x="0" y="0"/>
                  </a:moveTo>
                  <a:lnTo>
                    <a:pt x="411064" y="0"/>
                  </a:lnTo>
                  <a:lnTo>
                    <a:pt x="411064" y="411064"/>
                  </a:lnTo>
                  <a:lnTo>
                    <a:pt x="0" y="4110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5" name="Google Shape;315;p16"/>
            <p:cNvSpPr/>
            <p:nvPr/>
          </p:nvSpPr>
          <p:spPr>
            <a:xfrm>
              <a:off x="3450" y="1708144"/>
              <a:ext cx="532443" cy="475327"/>
            </a:xfrm>
            <a:custGeom>
              <a:rect b="b" l="l" r="r" t="t"/>
              <a:pathLst>
                <a:path extrusionOk="0" h="475327" w="532443">
                  <a:moveTo>
                    <a:pt x="0" y="0"/>
                  </a:moveTo>
                  <a:lnTo>
                    <a:pt x="532443" y="0"/>
                  </a:lnTo>
                  <a:lnTo>
                    <a:pt x="532443" y="475326"/>
                  </a:lnTo>
                  <a:lnTo>
                    <a:pt x="0" y="4753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6" name="Google Shape;316;p16"/>
            <p:cNvSpPr/>
            <p:nvPr/>
          </p:nvSpPr>
          <p:spPr>
            <a:xfrm>
              <a:off x="4823257" y="2645000"/>
              <a:ext cx="406934" cy="465309"/>
            </a:xfrm>
            <a:custGeom>
              <a:rect b="b" l="l" r="r" t="t"/>
              <a:pathLst>
                <a:path extrusionOk="0" h="465309" w="406934">
                  <a:moveTo>
                    <a:pt x="0" y="0"/>
                  </a:moveTo>
                  <a:lnTo>
                    <a:pt x="406934" y="0"/>
                  </a:lnTo>
                  <a:lnTo>
                    <a:pt x="406934" y="465309"/>
                  </a:lnTo>
                  <a:lnTo>
                    <a:pt x="0" y="46530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7" name="Google Shape;317;p16"/>
            <p:cNvSpPr/>
            <p:nvPr/>
          </p:nvSpPr>
          <p:spPr>
            <a:xfrm>
              <a:off x="4017722" y="2706183"/>
              <a:ext cx="489917" cy="342942"/>
            </a:xfrm>
            <a:custGeom>
              <a:rect b="b" l="l" r="r" t="t"/>
              <a:pathLst>
                <a:path extrusionOk="0" h="342942" w="489917">
                  <a:moveTo>
                    <a:pt x="0" y="0"/>
                  </a:moveTo>
                  <a:lnTo>
                    <a:pt x="489918" y="0"/>
                  </a:lnTo>
                  <a:lnTo>
                    <a:pt x="489918" y="342942"/>
                  </a:lnTo>
                  <a:lnTo>
                    <a:pt x="0" y="3429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8" name="Google Shape;318;p16"/>
            <p:cNvSpPr/>
            <p:nvPr/>
          </p:nvSpPr>
          <p:spPr>
            <a:xfrm>
              <a:off x="3278652" y="2706183"/>
              <a:ext cx="419152" cy="342942"/>
            </a:xfrm>
            <a:custGeom>
              <a:rect b="b" l="l" r="r" t="t"/>
              <a:pathLst>
                <a:path extrusionOk="0" h="342942" w="419152">
                  <a:moveTo>
                    <a:pt x="0" y="0"/>
                  </a:moveTo>
                  <a:lnTo>
                    <a:pt x="419152" y="0"/>
                  </a:lnTo>
                  <a:lnTo>
                    <a:pt x="419152" y="342942"/>
                  </a:lnTo>
                  <a:lnTo>
                    <a:pt x="0" y="3429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9" name="Google Shape;319;p16"/>
            <p:cNvSpPr/>
            <p:nvPr/>
          </p:nvSpPr>
          <p:spPr>
            <a:xfrm>
              <a:off x="2070128" y="2645000"/>
              <a:ext cx="234347" cy="465309"/>
            </a:xfrm>
            <a:custGeom>
              <a:rect b="b" l="l" r="r" t="t"/>
              <a:pathLst>
                <a:path extrusionOk="0" h="465309" w="234347">
                  <a:moveTo>
                    <a:pt x="0" y="0"/>
                  </a:moveTo>
                  <a:lnTo>
                    <a:pt x="234347" y="0"/>
                  </a:lnTo>
                  <a:lnTo>
                    <a:pt x="234347" y="465309"/>
                  </a:lnTo>
                  <a:lnTo>
                    <a:pt x="0" y="46530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20" name="Google Shape;320;p16"/>
            <p:cNvSpPr/>
            <p:nvPr/>
          </p:nvSpPr>
          <p:spPr>
            <a:xfrm>
              <a:off x="2620092" y="2706183"/>
              <a:ext cx="342942" cy="342942"/>
            </a:xfrm>
            <a:custGeom>
              <a:rect b="b" l="l" r="r" t="t"/>
              <a:pathLst>
                <a:path extrusionOk="0" h="342942" w="342942">
                  <a:moveTo>
                    <a:pt x="0" y="0"/>
                  </a:moveTo>
                  <a:lnTo>
                    <a:pt x="342943" y="0"/>
                  </a:lnTo>
                  <a:lnTo>
                    <a:pt x="342943" y="342942"/>
                  </a:lnTo>
                  <a:lnTo>
                    <a:pt x="0" y="3429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21" name="Google Shape;321;p16"/>
            <p:cNvSpPr/>
            <p:nvPr/>
          </p:nvSpPr>
          <p:spPr>
            <a:xfrm>
              <a:off x="0" y="2603204"/>
              <a:ext cx="295409" cy="548902"/>
            </a:xfrm>
            <a:custGeom>
              <a:rect b="b" l="l" r="r" t="t"/>
              <a:pathLst>
                <a:path extrusionOk="0" h="548902" w="295409">
                  <a:moveTo>
                    <a:pt x="0" y="0"/>
                  </a:moveTo>
                  <a:lnTo>
                    <a:pt x="295409" y="0"/>
                  </a:lnTo>
                  <a:lnTo>
                    <a:pt x="295409" y="548901"/>
                  </a:lnTo>
                  <a:lnTo>
                    <a:pt x="0" y="5489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22" name="Google Shape;322;p16"/>
            <p:cNvSpPr/>
            <p:nvPr/>
          </p:nvSpPr>
          <p:spPr>
            <a:xfrm>
              <a:off x="611887" y="2603204"/>
              <a:ext cx="425149" cy="548902"/>
            </a:xfrm>
            <a:custGeom>
              <a:rect b="b" l="l" r="r" t="t"/>
              <a:pathLst>
                <a:path extrusionOk="0" h="548902" w="425149">
                  <a:moveTo>
                    <a:pt x="0" y="0"/>
                  </a:moveTo>
                  <a:lnTo>
                    <a:pt x="425149" y="0"/>
                  </a:lnTo>
                  <a:lnTo>
                    <a:pt x="425149" y="548901"/>
                  </a:lnTo>
                  <a:lnTo>
                    <a:pt x="0" y="5489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23" name="Google Shape;323;p16"/>
            <p:cNvSpPr/>
            <p:nvPr/>
          </p:nvSpPr>
          <p:spPr>
            <a:xfrm>
              <a:off x="1352653" y="2645000"/>
              <a:ext cx="401858" cy="465309"/>
            </a:xfrm>
            <a:custGeom>
              <a:rect b="b" l="l" r="r" t="t"/>
              <a:pathLst>
                <a:path extrusionOk="0" h="465309" w="401858">
                  <a:moveTo>
                    <a:pt x="0" y="0"/>
                  </a:moveTo>
                  <a:lnTo>
                    <a:pt x="401858" y="0"/>
                  </a:lnTo>
                  <a:lnTo>
                    <a:pt x="401858" y="465309"/>
                  </a:lnTo>
                  <a:lnTo>
                    <a:pt x="0" y="46530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7843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"/>
          <p:cNvSpPr txBox="1"/>
          <p:nvPr/>
        </p:nvSpPr>
        <p:spPr>
          <a:xfrm>
            <a:off x="439417" y="2556337"/>
            <a:ext cx="6608053" cy="434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7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Ushbu taqdimot shablonidan barcha bepul foydalanishi mumkin,</a:t>
            </a:r>
            <a:endParaRPr/>
          </a:p>
          <a:p>
            <a:pPr indent="0" lvl="1" marL="0" marR="0" rtl="0" algn="ctr">
              <a:lnSpc>
                <a:spcPct val="12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7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quyidagilar tufayli:</a:t>
            </a: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1273162" y="1921725"/>
            <a:ext cx="5013676" cy="554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MINNATDORCHILIK</a:t>
            </a:r>
            <a:endParaRPr/>
          </a:p>
        </p:txBody>
      </p:sp>
      <p:grpSp>
        <p:nvGrpSpPr>
          <p:cNvPr id="330" name="Google Shape;330;p17"/>
          <p:cNvGrpSpPr/>
          <p:nvPr/>
        </p:nvGrpSpPr>
        <p:grpSpPr>
          <a:xfrm>
            <a:off x="1118663" y="3314324"/>
            <a:ext cx="5527708" cy="2292391"/>
            <a:chOff x="0" y="-28575"/>
            <a:chExt cx="1658589" cy="687832"/>
          </a:xfrm>
        </p:grpSpPr>
        <p:sp>
          <p:nvSpPr>
            <p:cNvPr id="331" name="Google Shape;331;p17"/>
            <p:cNvSpPr/>
            <p:nvPr/>
          </p:nvSpPr>
          <p:spPr>
            <a:xfrm>
              <a:off x="0" y="0"/>
              <a:ext cx="1658589" cy="659257"/>
            </a:xfrm>
            <a:custGeom>
              <a:rect b="b" l="l" r="r" t="t"/>
              <a:pathLst>
                <a:path extrusionOk="0" h="659257" w="1658589">
                  <a:moveTo>
                    <a:pt x="29412" y="0"/>
                  </a:moveTo>
                  <a:lnTo>
                    <a:pt x="1629177" y="0"/>
                  </a:lnTo>
                  <a:cubicBezTo>
                    <a:pt x="1645421" y="0"/>
                    <a:pt x="1658589" y="13168"/>
                    <a:pt x="1658589" y="29412"/>
                  </a:cubicBezTo>
                  <a:lnTo>
                    <a:pt x="1658589" y="629845"/>
                  </a:lnTo>
                  <a:cubicBezTo>
                    <a:pt x="1658589" y="646089"/>
                    <a:pt x="1645421" y="659257"/>
                    <a:pt x="1629177" y="659257"/>
                  </a:cubicBezTo>
                  <a:lnTo>
                    <a:pt x="29412" y="659257"/>
                  </a:lnTo>
                  <a:cubicBezTo>
                    <a:pt x="13168" y="659257"/>
                    <a:pt x="0" y="646089"/>
                    <a:pt x="0" y="629845"/>
                  </a:cubicBezTo>
                  <a:lnTo>
                    <a:pt x="0" y="29412"/>
                  </a:lnTo>
                  <a:cubicBezTo>
                    <a:pt x="0" y="13168"/>
                    <a:pt x="13168" y="0"/>
                    <a:pt x="29412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7"/>
            <p:cNvSpPr txBox="1"/>
            <p:nvPr/>
          </p:nvSpPr>
          <p:spPr>
            <a:xfrm>
              <a:off x="0" y="-28575"/>
              <a:ext cx="1658589" cy="687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575" lIns="44575" spcFirstLastPara="1" rIns="44575" wrap="square" tIns="44575">
              <a:noAutofit/>
            </a:bodyPr>
            <a:lstStyle/>
            <a:p>
              <a:pPr indent="0" lvl="0" marL="0" marR="0" rtl="0" algn="ctr">
                <a:lnSpc>
                  <a:spcPct val="120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17"/>
          <p:cNvGrpSpPr/>
          <p:nvPr/>
        </p:nvGrpSpPr>
        <p:grpSpPr>
          <a:xfrm>
            <a:off x="1118663" y="5787706"/>
            <a:ext cx="5527708" cy="2292391"/>
            <a:chOff x="0" y="-28575"/>
            <a:chExt cx="1658589" cy="687832"/>
          </a:xfrm>
        </p:grpSpPr>
        <p:sp>
          <p:nvSpPr>
            <p:cNvPr id="334" name="Google Shape;334;p17"/>
            <p:cNvSpPr/>
            <p:nvPr/>
          </p:nvSpPr>
          <p:spPr>
            <a:xfrm>
              <a:off x="0" y="0"/>
              <a:ext cx="1658589" cy="659257"/>
            </a:xfrm>
            <a:custGeom>
              <a:rect b="b" l="l" r="r" t="t"/>
              <a:pathLst>
                <a:path extrusionOk="0" h="659257" w="1658589">
                  <a:moveTo>
                    <a:pt x="29412" y="0"/>
                  </a:moveTo>
                  <a:lnTo>
                    <a:pt x="1629177" y="0"/>
                  </a:lnTo>
                  <a:cubicBezTo>
                    <a:pt x="1645421" y="0"/>
                    <a:pt x="1658589" y="13168"/>
                    <a:pt x="1658589" y="29412"/>
                  </a:cubicBezTo>
                  <a:lnTo>
                    <a:pt x="1658589" y="629845"/>
                  </a:lnTo>
                  <a:cubicBezTo>
                    <a:pt x="1658589" y="646089"/>
                    <a:pt x="1645421" y="659257"/>
                    <a:pt x="1629177" y="659257"/>
                  </a:cubicBezTo>
                  <a:lnTo>
                    <a:pt x="29412" y="659257"/>
                  </a:lnTo>
                  <a:cubicBezTo>
                    <a:pt x="13168" y="659257"/>
                    <a:pt x="0" y="646089"/>
                    <a:pt x="0" y="629845"/>
                  </a:cubicBezTo>
                  <a:lnTo>
                    <a:pt x="0" y="29412"/>
                  </a:lnTo>
                  <a:cubicBezTo>
                    <a:pt x="0" y="13168"/>
                    <a:pt x="13168" y="0"/>
                    <a:pt x="29412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7"/>
            <p:cNvSpPr txBox="1"/>
            <p:nvPr/>
          </p:nvSpPr>
          <p:spPr>
            <a:xfrm>
              <a:off x="0" y="-28575"/>
              <a:ext cx="1658589" cy="687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575" lIns="44575" spcFirstLastPara="1" rIns="44575" wrap="square" tIns="44575">
              <a:noAutofit/>
            </a:bodyPr>
            <a:lstStyle/>
            <a:p>
              <a:pPr indent="0" lvl="0" marL="0" marR="0" rtl="0" algn="ctr">
                <a:lnSpc>
                  <a:spcPct val="120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7"/>
          <p:cNvSpPr txBox="1"/>
          <p:nvPr/>
        </p:nvSpPr>
        <p:spPr>
          <a:xfrm>
            <a:off x="1717064" y="5054421"/>
            <a:ext cx="4330905" cy="263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taqdimot shabloni uchun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2319849" y="7280945"/>
            <a:ext cx="3125335" cy="263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fotosuratlar uchun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1219392" y="6539266"/>
            <a:ext cx="5326250" cy="532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36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1945056" y="8299172"/>
            <a:ext cx="3572987" cy="355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DIZAYN YARATISHDA OMAD!</a:t>
            </a:r>
            <a:endParaRPr/>
          </a:p>
        </p:txBody>
      </p:sp>
      <p:pic>
        <p:nvPicPr>
          <p:cNvPr id="340" name="Google Shape;3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5150" y="3788476"/>
            <a:ext cx="4234749" cy="1065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