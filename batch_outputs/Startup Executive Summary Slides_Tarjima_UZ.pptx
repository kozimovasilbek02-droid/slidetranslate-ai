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10693400" cx="7556500"/>
  <p:notesSz cx="6858000" cy="9144000"/>
  <p:embeddedFontLst>
    <p:embeddedFont>
      <p:font typeface="Arimo"/>
      <p:regular r:id="rId9"/>
      <p:bold r:id="rId10"/>
      <p:italic r:id="rId11"/>
      <p:boldItalic r:id="rId12"/>
    </p:embeddedFont>
    <p:embeddedFont>
      <p:font typeface="Baloo 2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font" Target="fonts/Arimo-regular.fntdata"/><Relationship Id="rId10" Type="http://schemas.openxmlformats.org/officeDocument/2006/relationships/font" Target="fonts/Arimo-bold.fntdata"/><Relationship Id="rId11" Type="http://schemas.openxmlformats.org/officeDocument/2006/relationships/font" Target="fonts/Arimo-italic.fntdata"/><Relationship Id="rId12" Type="http://schemas.openxmlformats.org/officeDocument/2006/relationships/font" Target="fonts/Arimo-boldItalic.fntdata"/><Relationship Id="rId13" Type="http://schemas.openxmlformats.org/officeDocument/2006/relationships/font" Target="fonts/Baloo2-regular.fntdata"/><Relationship Id="rId14" Type="http://schemas.openxmlformats.org/officeDocument/2006/relationships/font" Target="fonts/Baloo2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1.png"/><Relationship Id="rId9" Type="http://schemas.openxmlformats.org/officeDocument/2006/relationships/image" Target="../media/image2.png"/><Relationship Id="rId10" Type="http://schemas.openxmlformats.org/officeDocument/2006/relationships/image" Target="../media/image9.png"/><Relationship Id="rId11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2096002" y="2506551"/>
            <a:ext cx="3379022" cy="4088067"/>
            <a:chOff x="0" y="0"/>
            <a:chExt cx="1210965" cy="1465071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1210965" cy="1465071"/>
            </a:xfrm>
            <a:custGeom>
              <a:rect b="b" l="l" r="r" t="t"/>
              <a:pathLst>
                <a:path extrusionOk="0" h="1465071" w="1210965">
                  <a:moveTo>
                    <a:pt x="0" y="0"/>
                  </a:moveTo>
                  <a:lnTo>
                    <a:pt x="1210965" y="0"/>
                  </a:lnTo>
                  <a:lnTo>
                    <a:pt x="1210965" y="1465071"/>
                  </a:lnTo>
                  <a:lnTo>
                    <a:pt x="0" y="1465071"/>
                  </a:lnTo>
                  <a:close/>
                </a:path>
              </a:pathLst>
            </a:custGeom>
            <a:solidFill>
              <a:srgbClr val="ED7843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19050"/>
              <a:ext cx="1210965" cy="1446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1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3"/>
          <p:cNvGrpSpPr/>
          <p:nvPr/>
        </p:nvGrpSpPr>
        <p:grpSpPr>
          <a:xfrm>
            <a:off x="-159894" y="10282840"/>
            <a:ext cx="7719894" cy="409160"/>
            <a:chOff x="0" y="0"/>
            <a:chExt cx="2766636" cy="146634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2766636" cy="146634"/>
            </a:xfrm>
            <a:custGeom>
              <a:rect b="b" l="l" r="r" t="t"/>
              <a:pathLst>
                <a:path extrusionOk="0" h="146634" w="2766636">
                  <a:moveTo>
                    <a:pt x="0" y="0"/>
                  </a:moveTo>
                  <a:lnTo>
                    <a:pt x="2766636" y="0"/>
                  </a:lnTo>
                  <a:lnTo>
                    <a:pt x="2766636" y="146634"/>
                  </a:lnTo>
                  <a:lnTo>
                    <a:pt x="0" y="146634"/>
                  </a:lnTo>
                  <a:close/>
                </a:path>
              </a:pathLst>
            </a:custGeom>
            <a:solidFill>
              <a:srgbClr val="FDBD00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19050"/>
              <a:ext cx="2766636" cy="1275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1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2097365" y="7003230"/>
            <a:ext cx="34773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15" u="none" cap="none" strike="noStrike">
                <a:solidFill>
                  <a:srgbClr val="24BB7F"/>
                </a:solidFill>
                <a:latin typeface="Baloo 2"/>
                <a:ea typeface="Baloo 2"/>
                <a:cs typeface="Baloo 2"/>
                <a:sym typeface="Baloo 2"/>
              </a:rPr>
              <a:t>STARTAP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15" u="none" cap="none" strike="noStrike">
                <a:solidFill>
                  <a:srgbClr val="24BB7F"/>
                </a:solidFill>
                <a:latin typeface="Baloo 2"/>
                <a:ea typeface="Baloo 2"/>
                <a:cs typeface="Baloo 2"/>
                <a:sym typeface="Baloo 2"/>
              </a:rPr>
              <a:t>IJROCHI XULOSA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cxnSp>
        <p:nvCxnSpPr>
          <p:cNvPr id="91" name="Google Shape;91;p13"/>
          <p:cNvCxnSpPr/>
          <p:nvPr/>
        </p:nvCxnSpPr>
        <p:spPr>
          <a:xfrm rot="10800000">
            <a:off x="2096002" y="6859218"/>
            <a:ext cx="0" cy="3274584"/>
          </a:xfrm>
          <a:prstGeom prst="straightConnector1">
            <a:avLst/>
          </a:prstGeom>
          <a:noFill/>
          <a:ln cap="flat" cmpd="sng" w="38100">
            <a:solidFill>
              <a:srgbClr val="ED7843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2" name="Google Shape;92;p13"/>
          <p:cNvCxnSpPr/>
          <p:nvPr/>
        </p:nvCxnSpPr>
        <p:spPr>
          <a:xfrm rot="10800000">
            <a:off x="5475024" y="6859218"/>
            <a:ext cx="0" cy="3274584"/>
          </a:xfrm>
          <a:prstGeom prst="straightConnector1">
            <a:avLst/>
          </a:prstGeom>
          <a:noFill/>
          <a:ln cap="flat" cmpd="sng" w="38100">
            <a:solidFill>
              <a:srgbClr val="ED7843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3" name="Google Shape;93;p13"/>
          <p:cNvCxnSpPr/>
          <p:nvPr/>
        </p:nvCxnSpPr>
        <p:spPr>
          <a:xfrm rot="10800000">
            <a:off x="290365" y="2417601"/>
            <a:ext cx="7143278" cy="0"/>
          </a:xfrm>
          <a:prstGeom prst="straightConnector1">
            <a:avLst/>
          </a:prstGeom>
          <a:noFill/>
          <a:ln cap="flat" cmpd="sng" w="38100">
            <a:solidFill>
              <a:srgbClr val="ED7843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4" name="Google Shape;94;p13"/>
          <p:cNvSpPr/>
          <p:nvPr/>
        </p:nvSpPr>
        <p:spPr>
          <a:xfrm>
            <a:off x="2084976" y="2823160"/>
            <a:ext cx="3390048" cy="3459233"/>
          </a:xfrm>
          <a:custGeom>
            <a:rect b="b" l="l" r="r" t="t"/>
            <a:pathLst>
              <a:path extrusionOk="0" h="3459233" w="3390048">
                <a:moveTo>
                  <a:pt x="0" y="0"/>
                </a:moveTo>
                <a:lnTo>
                  <a:pt x="3390048" y="0"/>
                </a:lnTo>
                <a:lnTo>
                  <a:pt x="3390048" y="3459233"/>
                </a:lnTo>
                <a:lnTo>
                  <a:pt x="0" y="34592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cxnSp>
        <p:nvCxnSpPr>
          <p:cNvPr id="95" name="Google Shape;95;p13"/>
          <p:cNvCxnSpPr/>
          <p:nvPr/>
        </p:nvCxnSpPr>
        <p:spPr>
          <a:xfrm rot="10800000">
            <a:off x="208361" y="6747018"/>
            <a:ext cx="7143278" cy="0"/>
          </a:xfrm>
          <a:prstGeom prst="straightConnector1">
            <a:avLst/>
          </a:prstGeom>
          <a:noFill/>
          <a:ln cap="flat" cmpd="sng" w="38100">
            <a:solidFill>
              <a:srgbClr val="ED7843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6" name="Google Shape;96;p13"/>
          <p:cNvCxnSpPr/>
          <p:nvPr/>
        </p:nvCxnSpPr>
        <p:spPr>
          <a:xfrm rot="10800000">
            <a:off x="5537576" y="8511148"/>
            <a:ext cx="1814063" cy="0"/>
          </a:xfrm>
          <a:prstGeom prst="straightConnector1">
            <a:avLst/>
          </a:prstGeom>
          <a:noFill/>
          <a:ln cap="flat" cmpd="sng" w="38100">
            <a:solidFill>
              <a:srgbClr val="ED7843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97" name="Google Shape;9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10" y="6954143"/>
            <a:ext cx="787765" cy="787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1132" y="8040337"/>
            <a:ext cx="787765" cy="787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2810" y="9101871"/>
            <a:ext cx="787765" cy="7877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13"/>
          <p:cNvCxnSpPr/>
          <p:nvPr/>
        </p:nvCxnSpPr>
        <p:spPr>
          <a:xfrm rot="10800000">
            <a:off x="183938" y="4868180"/>
            <a:ext cx="1814063" cy="0"/>
          </a:xfrm>
          <a:prstGeom prst="straightConnector1">
            <a:avLst/>
          </a:prstGeom>
          <a:noFill/>
          <a:ln cap="flat" cmpd="sng" w="38100">
            <a:solidFill>
              <a:srgbClr val="ED7843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1" name="Google Shape;101;p13"/>
          <p:cNvSpPr/>
          <p:nvPr/>
        </p:nvSpPr>
        <p:spPr>
          <a:xfrm>
            <a:off x="530960" y="172614"/>
            <a:ext cx="1467040" cy="1389687"/>
          </a:xfrm>
          <a:custGeom>
            <a:rect b="b" l="l" r="r" t="t"/>
            <a:pathLst>
              <a:path extrusionOk="0" h="1389687" w="1467040">
                <a:moveTo>
                  <a:pt x="0" y="0"/>
                </a:moveTo>
                <a:lnTo>
                  <a:pt x="1467040" y="0"/>
                </a:lnTo>
                <a:lnTo>
                  <a:pt x="1467040" y="1389687"/>
                </a:lnTo>
                <a:lnTo>
                  <a:pt x="0" y="13896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7620" y="2542070"/>
            <a:ext cx="1685012" cy="1254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29775" y="2959776"/>
            <a:ext cx="1479600" cy="1479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/>
          <p:nvPr/>
        </p:nvSpPr>
        <p:spPr>
          <a:xfrm>
            <a:off x="308457" y="5099171"/>
            <a:ext cx="381775" cy="679535"/>
          </a:xfrm>
          <a:custGeom>
            <a:rect b="b" l="l" r="r" t="t"/>
            <a:pathLst>
              <a:path extrusionOk="0" h="679535" w="381775">
                <a:moveTo>
                  <a:pt x="0" y="0"/>
                </a:moveTo>
                <a:lnTo>
                  <a:pt x="381775" y="0"/>
                </a:lnTo>
                <a:lnTo>
                  <a:pt x="381775" y="679535"/>
                </a:lnTo>
                <a:lnTo>
                  <a:pt x="0" y="6795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5" name="Google Shape;105;p13"/>
          <p:cNvSpPr txBox="1"/>
          <p:nvPr/>
        </p:nvSpPr>
        <p:spPr>
          <a:xfrm>
            <a:off x="2408353" y="9067843"/>
            <a:ext cx="26562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221739" y="10435240"/>
            <a:ext cx="2205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D752B2"/>
                </a:solidFill>
                <a:latin typeface="Baloo 2"/>
                <a:ea typeface="Baloo 2"/>
                <a:cs typeface="Baloo 2"/>
                <a:sym typeface="Baloo 2"/>
              </a:rPr>
              <a:t>123-4567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2452036" y="10435240"/>
            <a:ext cx="2568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D752B2"/>
                </a:solidFill>
                <a:latin typeface="Baloo 2"/>
                <a:ea typeface="Baloo 2"/>
                <a:cs typeface="Baloo 2"/>
                <a:sym typeface="Baloo 2"/>
              </a:rPr>
              <a:t>hello@reallygreatsite.com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5045727" y="10435240"/>
            <a:ext cx="2205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" u="none" cap="none" strike="noStrike">
                <a:solidFill>
                  <a:srgbClr val="D752B2"/>
                </a:solidFill>
                <a:latin typeface="Baloo 2"/>
                <a:ea typeface="Baloo 2"/>
                <a:cs typeface="Baloo 2"/>
                <a:sym typeface="Baloo 2"/>
              </a:rPr>
              <a:t>www.reallygreatsite.com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5754266" y="8594464"/>
            <a:ext cx="147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ED7843"/>
                </a:solidFill>
                <a:latin typeface="Baloo 2"/>
                <a:ea typeface="Baloo 2"/>
                <a:cs typeface="Baloo 2"/>
                <a:sym typeface="Baloo 2"/>
              </a:rPr>
              <a:t>100+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89283" y="8880117"/>
            <a:ext cx="2771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9" u="none" cap="none" strike="noStrike">
                <a:solidFill>
                  <a:srgbClr val="D752B2"/>
                </a:solidFill>
                <a:latin typeface="Baloo 2"/>
                <a:ea typeface="Baloo 2"/>
                <a:cs typeface="Baloo 2"/>
                <a:sym typeface="Baloo 2"/>
              </a:rPr>
              <a:t>02-NUQTA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92631" y="3675160"/>
            <a:ext cx="200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3" u="none" cap="none" strike="noStrike">
                <a:solidFill>
                  <a:srgbClr val="24BB7F"/>
                </a:solidFill>
                <a:latin typeface="Baloo 2"/>
                <a:ea typeface="Baloo 2"/>
                <a:cs typeface="Baloo 2"/>
                <a:sym typeface="Baloo 2"/>
              </a:rPr>
              <a:t>10 TADAN 6 TASI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1146779" y="7187498"/>
            <a:ext cx="7710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Lorem ipsum dolor sit amet, consectetur adipiscing elit.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1146779" y="9307098"/>
            <a:ext cx="7710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Lorem ipsum dolor sit amet, consectetur adipiscing elit.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251195" y="8224199"/>
            <a:ext cx="7710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Lorem ipsum dolor sit amet, consectetur adipiscing elit.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5846610" y="9129322"/>
            <a:ext cx="126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9" u="none" cap="none" strike="noStrike">
                <a:solidFill>
                  <a:srgbClr val="ED7843"/>
                </a:solidFill>
                <a:latin typeface="Baloo 2"/>
                <a:ea typeface="Baloo 2"/>
                <a:cs typeface="Baloo 2"/>
                <a:sym typeface="Baloo 2"/>
              </a:rPr>
              <a:t>01-NUQTA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-749038" y="7818584"/>
            <a:ext cx="2771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9" u="none" cap="none" strike="noStrike">
                <a:solidFill>
                  <a:srgbClr val="ED7843"/>
                </a:solidFill>
                <a:latin typeface="Baloo 2"/>
                <a:ea typeface="Baloo 2"/>
                <a:cs typeface="Baloo 2"/>
                <a:sym typeface="Baloo 2"/>
              </a:rPr>
              <a:t>01-NUQTA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5746178" y="9466401"/>
            <a:ext cx="14670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5146347" y="6829797"/>
            <a:ext cx="277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20" u="none" cap="none" strike="noStrike">
                <a:solidFill>
                  <a:srgbClr val="D752B2"/>
                </a:solidFill>
                <a:latin typeface="Baloo 2"/>
                <a:ea typeface="Baloo 2"/>
                <a:cs typeface="Baloo 2"/>
                <a:sym typeface="Baloo 2"/>
              </a:rPr>
              <a:t>ASOSIY NUQTALAR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5868566" y="7258699"/>
            <a:ext cx="1263300" cy="10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07950" lvl="1" marL="21589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2"/>
              </a:buClr>
              <a:buSzPts val="999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Elementni bu yerga qo'shing</a:t>
            </a:r>
            <a:endParaRPr/>
          </a:p>
          <a:p>
            <a:pPr indent="-107950" lvl="1" marL="21589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2"/>
              </a:buClr>
              <a:buSzPts val="999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Elementni bu yerga qo'shing</a:t>
            </a:r>
            <a:endParaRPr/>
          </a:p>
          <a:p>
            <a:pPr indent="-107950" lvl="1" marL="21589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2"/>
              </a:buClr>
              <a:buSzPts val="999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Elementni bu yerga qo'shing</a:t>
            </a:r>
            <a:endParaRPr/>
          </a:p>
          <a:p>
            <a:pPr indent="-107950" lvl="1" marL="21589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2"/>
              </a:buClr>
              <a:buSzPts val="999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Elementni bu yerga qo'shing</a:t>
            </a:r>
            <a:endParaRPr/>
          </a:p>
          <a:p>
            <a:pPr indent="-107950" lvl="1" marL="21589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2"/>
              </a:buClr>
              <a:buSzPts val="999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Elementni bu yerga qo'shing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-749038" y="9890664"/>
            <a:ext cx="2771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9" u="none" cap="none" strike="noStrike">
                <a:solidFill>
                  <a:srgbClr val="24BB7F"/>
                </a:solidFill>
                <a:latin typeface="Baloo 2"/>
                <a:ea typeface="Baloo 2"/>
                <a:cs typeface="Baloo 2"/>
                <a:sym typeface="Baloo 2"/>
              </a:rPr>
              <a:t>03-NUQTA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385174" y="4189363"/>
            <a:ext cx="14670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785482" y="5063938"/>
            <a:ext cx="12456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752B2"/>
                </a:solidFill>
                <a:latin typeface="Baloo 2"/>
                <a:ea typeface="Baloo 2"/>
                <a:cs typeface="Baloo 2"/>
                <a:sym typeface="Baloo 2"/>
              </a:rPr>
              <a:t>BILASIZMI?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336210" y="5982476"/>
            <a:ext cx="14670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5079510" y="2660283"/>
            <a:ext cx="277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752B2"/>
                </a:solidFill>
                <a:latin typeface="Baloo 2"/>
                <a:ea typeface="Baloo 2"/>
                <a:cs typeface="Baloo 2"/>
                <a:sym typeface="Baloo 2"/>
              </a:rPr>
              <a:t>STATISTIKA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grpSp>
        <p:nvGrpSpPr>
          <p:cNvPr id="125" name="Google Shape;125;p13"/>
          <p:cNvGrpSpPr/>
          <p:nvPr/>
        </p:nvGrpSpPr>
        <p:grpSpPr>
          <a:xfrm>
            <a:off x="5660320" y="4520862"/>
            <a:ext cx="257151" cy="257151"/>
            <a:chOff x="0" y="0"/>
            <a:chExt cx="92157" cy="92157"/>
          </a:xfrm>
        </p:grpSpPr>
        <p:sp>
          <p:nvSpPr>
            <p:cNvPr id="126" name="Google Shape;126;p13"/>
            <p:cNvSpPr/>
            <p:nvPr/>
          </p:nvSpPr>
          <p:spPr>
            <a:xfrm>
              <a:off x="0" y="0"/>
              <a:ext cx="92157" cy="92157"/>
            </a:xfrm>
            <a:custGeom>
              <a:rect b="b" l="l" r="r" t="t"/>
              <a:pathLst>
                <a:path extrusionOk="0" h="92157" w="92157">
                  <a:moveTo>
                    <a:pt x="0" y="0"/>
                  </a:moveTo>
                  <a:lnTo>
                    <a:pt x="92157" y="0"/>
                  </a:lnTo>
                  <a:lnTo>
                    <a:pt x="92157" y="92157"/>
                  </a:lnTo>
                  <a:lnTo>
                    <a:pt x="0" y="92157"/>
                  </a:lnTo>
                  <a:close/>
                </a:path>
              </a:pathLst>
            </a:custGeom>
            <a:solidFill>
              <a:srgbClr val="ED7843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27" name="Google Shape;127;p13"/>
            <p:cNvSpPr txBox="1"/>
            <p:nvPr/>
          </p:nvSpPr>
          <p:spPr>
            <a:xfrm>
              <a:off x="0" y="19050"/>
              <a:ext cx="92157" cy="73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1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13"/>
          <p:cNvSpPr txBox="1"/>
          <p:nvPr/>
        </p:nvSpPr>
        <p:spPr>
          <a:xfrm>
            <a:off x="6003196" y="4717775"/>
            <a:ext cx="14007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Lorem ipsum dolor sit amet, consectetur adipiscing elit.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6003196" y="4535150"/>
            <a:ext cx="125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D7843"/>
                </a:solidFill>
                <a:latin typeface="Baloo 2"/>
                <a:ea typeface="Baloo 2"/>
                <a:cs typeface="Baloo 2"/>
                <a:sym typeface="Baloo 2"/>
              </a:rPr>
              <a:t>01-NUQTA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grpSp>
        <p:nvGrpSpPr>
          <p:cNvPr id="130" name="Google Shape;130;p13"/>
          <p:cNvGrpSpPr/>
          <p:nvPr/>
        </p:nvGrpSpPr>
        <p:grpSpPr>
          <a:xfrm>
            <a:off x="5660320" y="5066906"/>
            <a:ext cx="257151" cy="257151"/>
            <a:chOff x="0" y="0"/>
            <a:chExt cx="92157" cy="92157"/>
          </a:xfrm>
        </p:grpSpPr>
        <p:sp>
          <p:nvSpPr>
            <p:cNvPr id="131" name="Google Shape;131;p13"/>
            <p:cNvSpPr/>
            <p:nvPr/>
          </p:nvSpPr>
          <p:spPr>
            <a:xfrm>
              <a:off x="0" y="0"/>
              <a:ext cx="92157" cy="92157"/>
            </a:xfrm>
            <a:custGeom>
              <a:rect b="b" l="l" r="r" t="t"/>
              <a:pathLst>
                <a:path extrusionOk="0" h="92157" w="92157">
                  <a:moveTo>
                    <a:pt x="0" y="0"/>
                  </a:moveTo>
                  <a:lnTo>
                    <a:pt x="92157" y="0"/>
                  </a:lnTo>
                  <a:lnTo>
                    <a:pt x="92157" y="92157"/>
                  </a:lnTo>
                  <a:lnTo>
                    <a:pt x="0" y="92157"/>
                  </a:lnTo>
                  <a:close/>
                </a:path>
              </a:pathLst>
            </a:custGeom>
            <a:solidFill>
              <a:srgbClr val="24BB7F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32" name="Google Shape;132;p13"/>
            <p:cNvSpPr txBox="1"/>
            <p:nvPr/>
          </p:nvSpPr>
          <p:spPr>
            <a:xfrm>
              <a:off x="0" y="19050"/>
              <a:ext cx="92157" cy="73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1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13"/>
          <p:cNvSpPr txBox="1"/>
          <p:nvPr/>
        </p:nvSpPr>
        <p:spPr>
          <a:xfrm>
            <a:off x="6003196" y="5263819"/>
            <a:ext cx="14007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Lorem ipsum dolor sit amet, consectetur adipiscing elit.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6003196" y="5081194"/>
            <a:ext cx="125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4BB7F"/>
                </a:solidFill>
                <a:latin typeface="Baloo 2"/>
                <a:ea typeface="Baloo 2"/>
                <a:cs typeface="Baloo 2"/>
                <a:sym typeface="Baloo 2"/>
              </a:rPr>
              <a:t>02-NUQTA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grpSp>
        <p:nvGrpSpPr>
          <p:cNvPr id="135" name="Google Shape;135;p13"/>
          <p:cNvGrpSpPr/>
          <p:nvPr/>
        </p:nvGrpSpPr>
        <p:grpSpPr>
          <a:xfrm>
            <a:off x="5660320" y="5612951"/>
            <a:ext cx="257151" cy="257151"/>
            <a:chOff x="0" y="0"/>
            <a:chExt cx="92157" cy="92157"/>
          </a:xfrm>
        </p:grpSpPr>
        <p:sp>
          <p:nvSpPr>
            <p:cNvPr id="136" name="Google Shape;136;p13"/>
            <p:cNvSpPr/>
            <p:nvPr/>
          </p:nvSpPr>
          <p:spPr>
            <a:xfrm>
              <a:off x="0" y="0"/>
              <a:ext cx="92157" cy="92157"/>
            </a:xfrm>
            <a:custGeom>
              <a:rect b="b" l="l" r="r" t="t"/>
              <a:pathLst>
                <a:path extrusionOk="0" h="92157" w="92157">
                  <a:moveTo>
                    <a:pt x="0" y="0"/>
                  </a:moveTo>
                  <a:lnTo>
                    <a:pt x="92157" y="0"/>
                  </a:lnTo>
                  <a:lnTo>
                    <a:pt x="92157" y="92157"/>
                  </a:lnTo>
                  <a:lnTo>
                    <a:pt x="0" y="92157"/>
                  </a:lnTo>
                  <a:close/>
                </a:path>
              </a:pathLst>
            </a:custGeom>
            <a:solidFill>
              <a:srgbClr val="D752B2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37" name="Google Shape;137;p13"/>
            <p:cNvSpPr txBox="1"/>
            <p:nvPr/>
          </p:nvSpPr>
          <p:spPr>
            <a:xfrm>
              <a:off x="0" y="19050"/>
              <a:ext cx="92157" cy="73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1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13"/>
          <p:cNvSpPr txBox="1"/>
          <p:nvPr/>
        </p:nvSpPr>
        <p:spPr>
          <a:xfrm>
            <a:off x="6003196" y="5809864"/>
            <a:ext cx="14007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Lorem ipsum dolor sit amet, consectetur adipiscing elit.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6003196" y="5627239"/>
            <a:ext cx="125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752B2"/>
                </a:solidFill>
                <a:latin typeface="Baloo 2"/>
                <a:ea typeface="Baloo 2"/>
                <a:cs typeface="Baloo 2"/>
                <a:sym typeface="Baloo 2"/>
              </a:rPr>
              <a:t>03-NUQTA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grpSp>
        <p:nvGrpSpPr>
          <p:cNvPr id="140" name="Google Shape;140;p13"/>
          <p:cNvGrpSpPr/>
          <p:nvPr/>
        </p:nvGrpSpPr>
        <p:grpSpPr>
          <a:xfrm>
            <a:off x="5660320" y="6158995"/>
            <a:ext cx="257151" cy="257151"/>
            <a:chOff x="0" y="0"/>
            <a:chExt cx="92157" cy="92157"/>
          </a:xfrm>
        </p:grpSpPr>
        <p:sp>
          <p:nvSpPr>
            <p:cNvPr id="141" name="Google Shape;141;p13"/>
            <p:cNvSpPr/>
            <p:nvPr/>
          </p:nvSpPr>
          <p:spPr>
            <a:xfrm>
              <a:off x="0" y="0"/>
              <a:ext cx="92157" cy="92157"/>
            </a:xfrm>
            <a:custGeom>
              <a:rect b="b" l="l" r="r" t="t"/>
              <a:pathLst>
                <a:path extrusionOk="0" h="92157" w="92157">
                  <a:moveTo>
                    <a:pt x="0" y="0"/>
                  </a:moveTo>
                  <a:lnTo>
                    <a:pt x="92157" y="0"/>
                  </a:lnTo>
                  <a:lnTo>
                    <a:pt x="92157" y="92157"/>
                  </a:lnTo>
                  <a:lnTo>
                    <a:pt x="0" y="92157"/>
                  </a:lnTo>
                  <a:close/>
                </a:path>
              </a:pathLst>
            </a:custGeom>
            <a:solidFill>
              <a:srgbClr val="FDBD00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42" name="Google Shape;142;p13"/>
            <p:cNvSpPr txBox="1"/>
            <p:nvPr/>
          </p:nvSpPr>
          <p:spPr>
            <a:xfrm>
              <a:off x="0" y="19050"/>
              <a:ext cx="92157" cy="73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1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3"/>
          <p:cNvSpPr txBox="1"/>
          <p:nvPr/>
        </p:nvSpPr>
        <p:spPr>
          <a:xfrm>
            <a:off x="6003196" y="6355908"/>
            <a:ext cx="14007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Lorem ipsum dolor sit amet, consectetur adipiscing elit.</a:t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6003196" y="6173283"/>
            <a:ext cx="125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DBD00"/>
                </a:solidFill>
                <a:latin typeface="Baloo 2"/>
                <a:ea typeface="Baloo 2"/>
                <a:cs typeface="Baloo 2"/>
                <a:sym typeface="Baloo 2"/>
              </a:rPr>
              <a:t>04-NUQTA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pic>
        <p:nvPicPr>
          <p:cNvPr id="145" name="Google Shape;145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65404" y="-297295"/>
            <a:ext cx="5833979" cy="228726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3"/>
          <p:cNvSpPr txBox="1"/>
          <p:nvPr/>
        </p:nvSpPr>
        <p:spPr>
          <a:xfrm>
            <a:off x="2452036" y="1720289"/>
            <a:ext cx="146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47" name="Google Shape;147;p13"/>
          <p:cNvSpPr txBox="1"/>
          <p:nvPr/>
        </p:nvSpPr>
        <p:spPr>
          <a:xfrm>
            <a:off x="4205564" y="1720289"/>
            <a:ext cx="146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2"/>
                </a:solidFill>
                <a:latin typeface="Arimo"/>
                <a:ea typeface="Arimo"/>
                <a:cs typeface="Arimo"/>
                <a:sym typeface="Arimo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grpSp>
        <p:nvGrpSpPr>
          <p:cNvPr id="148" name="Google Shape;148;p13"/>
          <p:cNvGrpSpPr/>
          <p:nvPr/>
        </p:nvGrpSpPr>
        <p:grpSpPr>
          <a:xfrm>
            <a:off x="6002775" y="1686158"/>
            <a:ext cx="174510" cy="180951"/>
            <a:chOff x="0" y="0"/>
            <a:chExt cx="62540" cy="64849"/>
          </a:xfrm>
        </p:grpSpPr>
        <p:sp>
          <p:nvSpPr>
            <p:cNvPr id="149" name="Google Shape;149;p13"/>
            <p:cNvSpPr/>
            <p:nvPr/>
          </p:nvSpPr>
          <p:spPr>
            <a:xfrm>
              <a:off x="0" y="0"/>
              <a:ext cx="62540" cy="64849"/>
            </a:xfrm>
            <a:custGeom>
              <a:rect b="b" l="l" r="r" t="t"/>
              <a:pathLst>
                <a:path extrusionOk="0" h="64849" w="62540">
                  <a:moveTo>
                    <a:pt x="0" y="0"/>
                  </a:moveTo>
                  <a:lnTo>
                    <a:pt x="62540" y="0"/>
                  </a:lnTo>
                  <a:lnTo>
                    <a:pt x="62540" y="64849"/>
                  </a:lnTo>
                  <a:lnTo>
                    <a:pt x="0" y="64849"/>
                  </a:lnTo>
                  <a:close/>
                </a:path>
              </a:pathLst>
            </a:custGeom>
            <a:solidFill>
              <a:srgbClr val="ED7843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50" name="Google Shape;150;p13"/>
            <p:cNvSpPr txBox="1"/>
            <p:nvPr/>
          </p:nvSpPr>
          <p:spPr>
            <a:xfrm>
              <a:off x="0" y="19050"/>
              <a:ext cx="62540" cy="457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1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13"/>
          <p:cNvSpPr txBox="1"/>
          <p:nvPr/>
        </p:nvSpPr>
        <p:spPr>
          <a:xfrm>
            <a:off x="6305503" y="1706530"/>
            <a:ext cx="125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D7843"/>
                </a:solidFill>
                <a:latin typeface="Baloo 2"/>
                <a:ea typeface="Baloo 2"/>
                <a:cs typeface="Baloo 2"/>
                <a:sym typeface="Baloo 2"/>
              </a:rPr>
              <a:t>01-NUQTA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6299269" y="2055617"/>
            <a:ext cx="125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4BB7F"/>
                </a:solidFill>
                <a:latin typeface="Baloo 2"/>
                <a:ea typeface="Baloo 2"/>
                <a:cs typeface="Baloo 2"/>
                <a:sym typeface="Baloo 2"/>
              </a:rPr>
              <a:t>02-NUQTA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  <p:grpSp>
        <p:nvGrpSpPr>
          <p:cNvPr id="153" name="Google Shape;153;p13"/>
          <p:cNvGrpSpPr/>
          <p:nvPr/>
        </p:nvGrpSpPr>
        <p:grpSpPr>
          <a:xfrm>
            <a:off x="6002775" y="2035245"/>
            <a:ext cx="174510" cy="180951"/>
            <a:chOff x="0" y="0"/>
            <a:chExt cx="62540" cy="64849"/>
          </a:xfrm>
        </p:grpSpPr>
        <p:sp>
          <p:nvSpPr>
            <p:cNvPr id="154" name="Google Shape;154;p13"/>
            <p:cNvSpPr/>
            <p:nvPr/>
          </p:nvSpPr>
          <p:spPr>
            <a:xfrm>
              <a:off x="0" y="0"/>
              <a:ext cx="62540" cy="64849"/>
            </a:xfrm>
            <a:custGeom>
              <a:rect b="b" l="l" r="r" t="t"/>
              <a:pathLst>
                <a:path extrusionOk="0" h="64849" w="62540">
                  <a:moveTo>
                    <a:pt x="0" y="0"/>
                  </a:moveTo>
                  <a:lnTo>
                    <a:pt x="62540" y="0"/>
                  </a:lnTo>
                  <a:lnTo>
                    <a:pt x="62540" y="64849"/>
                  </a:lnTo>
                  <a:lnTo>
                    <a:pt x="0" y="64849"/>
                  </a:lnTo>
                  <a:close/>
                </a:path>
              </a:pathLst>
            </a:custGeom>
            <a:solidFill>
              <a:srgbClr val="24BB7F"/>
            </a:solidFill>
            <a:ln>
              <a:noFill/>
            </a:ln>
          </p:spPr>
          <p:txBody>
            <a:bodyPr wrap="square"/>
            <a:p/>
          </p:txBody>
        </p:sp>
        <p:sp>
          <p:nvSpPr>
            <p:cNvPr id="155" name="Google Shape;155;p13"/>
            <p:cNvSpPr txBox="1"/>
            <p:nvPr/>
          </p:nvSpPr>
          <p:spPr>
            <a:xfrm>
              <a:off x="0" y="19050"/>
              <a:ext cx="62540" cy="457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1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3"/>
          <p:cNvSpPr txBox="1"/>
          <p:nvPr/>
        </p:nvSpPr>
        <p:spPr>
          <a:xfrm>
            <a:off x="89283" y="1628976"/>
            <a:ext cx="244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D7843"/>
                </a:solidFill>
                <a:latin typeface="Baloo 2"/>
                <a:ea typeface="Baloo 2"/>
                <a:cs typeface="Baloo 2"/>
                <a:sym typeface="Baloo 2"/>
              </a:rPr>
              <a:t>BOZOR SHARHI</a:t>
            </a:r>
            <a:endParaRPr b="1">
              <a:latin typeface="Baloo 2"/>
              <a:ea typeface="Baloo 2"/>
              <a:cs typeface="Baloo 2"/>
              <a:sym typeface="Baloo 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7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4"/>
          <p:cNvGrpSpPr/>
          <p:nvPr/>
        </p:nvGrpSpPr>
        <p:grpSpPr>
          <a:xfrm>
            <a:off x="756000" y="1975180"/>
            <a:ext cx="6048000" cy="3204397"/>
            <a:chOff x="0" y="-9525"/>
            <a:chExt cx="2702632" cy="1431929"/>
          </a:xfrm>
        </p:grpSpPr>
        <p:sp>
          <p:nvSpPr>
            <p:cNvPr id="162" name="Google Shape;162;p14"/>
            <p:cNvSpPr/>
            <p:nvPr/>
          </p:nvSpPr>
          <p:spPr>
            <a:xfrm>
              <a:off x="0" y="0"/>
              <a:ext cx="2702632" cy="1422404"/>
            </a:xfrm>
            <a:custGeom>
              <a:rect b="b" l="l" r="r" t="t"/>
              <a:pathLst>
                <a:path extrusionOk="0" h="1422404" w="2702632">
                  <a:moveTo>
                    <a:pt x="19201" y="0"/>
                  </a:moveTo>
                  <a:lnTo>
                    <a:pt x="2683431" y="0"/>
                  </a:lnTo>
                  <a:cubicBezTo>
                    <a:pt x="2694035" y="0"/>
                    <a:pt x="2702632" y="8597"/>
                    <a:pt x="2702632" y="19201"/>
                  </a:cubicBezTo>
                  <a:lnTo>
                    <a:pt x="2702632" y="1403203"/>
                  </a:lnTo>
                  <a:cubicBezTo>
                    <a:pt x="2702632" y="1408295"/>
                    <a:pt x="2700609" y="1413179"/>
                    <a:pt x="2697008" y="1416780"/>
                  </a:cubicBezTo>
                  <a:cubicBezTo>
                    <a:pt x="2693407" y="1420381"/>
                    <a:pt x="2688523" y="1422404"/>
                    <a:pt x="2683431" y="1422404"/>
                  </a:cubicBezTo>
                  <a:lnTo>
                    <a:pt x="19201" y="1422404"/>
                  </a:lnTo>
                  <a:cubicBezTo>
                    <a:pt x="14109" y="1422404"/>
                    <a:pt x="9225" y="1420381"/>
                    <a:pt x="5624" y="1416780"/>
                  </a:cubicBezTo>
                  <a:cubicBezTo>
                    <a:pt x="2023" y="1413179"/>
                    <a:pt x="0" y="1408295"/>
                    <a:pt x="0" y="1403203"/>
                  </a:cubicBezTo>
                  <a:lnTo>
                    <a:pt x="0" y="19201"/>
                  </a:lnTo>
                  <a:cubicBezTo>
                    <a:pt x="0" y="14109"/>
                    <a:pt x="2023" y="9225"/>
                    <a:pt x="5624" y="5624"/>
                  </a:cubicBezTo>
                  <a:cubicBezTo>
                    <a:pt x="9225" y="2023"/>
                    <a:pt x="14109" y="0"/>
                    <a:pt x="19201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 txBox="1"/>
            <p:nvPr/>
          </p:nvSpPr>
          <p:spPr>
            <a:xfrm>
              <a:off x="0" y="-9525"/>
              <a:ext cx="2702632" cy="1431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200" lIns="32200" spcFirstLastPara="1" rIns="32200" wrap="square" tIns="32200">
              <a:noAutofit/>
            </a:bodyPr>
            <a:lstStyle/>
            <a:p>
              <a:pPr indent="0" lvl="0" marL="0" marR="0" rtl="0" algn="ctr">
                <a:lnSpc>
                  <a:spcPct val="8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4"/>
          <p:cNvGrpSpPr/>
          <p:nvPr/>
        </p:nvGrpSpPr>
        <p:grpSpPr>
          <a:xfrm>
            <a:off x="971000" y="2234026"/>
            <a:ext cx="2574470" cy="402786"/>
            <a:chOff x="0" y="-9525"/>
            <a:chExt cx="1150437" cy="179991"/>
          </a:xfrm>
        </p:grpSpPr>
        <p:sp>
          <p:nvSpPr>
            <p:cNvPr id="165" name="Google Shape;165;p14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3079" y="0"/>
                  </a:moveTo>
                  <a:lnTo>
                    <a:pt x="1117358" y="0"/>
                  </a:lnTo>
                  <a:cubicBezTo>
                    <a:pt x="1126131" y="0"/>
                    <a:pt x="1134545" y="3485"/>
                    <a:pt x="1140749" y="9689"/>
                  </a:cubicBezTo>
                  <a:cubicBezTo>
                    <a:pt x="1146952" y="15892"/>
                    <a:pt x="1150437" y="24306"/>
                    <a:pt x="1150437" y="33079"/>
                  </a:cubicBezTo>
                  <a:lnTo>
                    <a:pt x="1150437" y="137387"/>
                  </a:lnTo>
                  <a:cubicBezTo>
                    <a:pt x="1150437" y="146160"/>
                    <a:pt x="1146952" y="154574"/>
                    <a:pt x="1140749" y="160777"/>
                  </a:cubicBezTo>
                  <a:cubicBezTo>
                    <a:pt x="1134545" y="166981"/>
                    <a:pt x="1126131" y="170466"/>
                    <a:pt x="1117358" y="170466"/>
                  </a:cubicBezTo>
                  <a:lnTo>
                    <a:pt x="33079" y="170466"/>
                  </a:lnTo>
                  <a:cubicBezTo>
                    <a:pt x="24306" y="170466"/>
                    <a:pt x="15892" y="166981"/>
                    <a:pt x="9689" y="160777"/>
                  </a:cubicBezTo>
                  <a:cubicBezTo>
                    <a:pt x="3485" y="154574"/>
                    <a:pt x="0" y="146160"/>
                    <a:pt x="0" y="137387"/>
                  </a:cubicBezTo>
                  <a:lnTo>
                    <a:pt x="0" y="33079"/>
                  </a:lnTo>
                  <a:cubicBezTo>
                    <a:pt x="0" y="24306"/>
                    <a:pt x="3485" y="15892"/>
                    <a:pt x="9689" y="9689"/>
                  </a:cubicBezTo>
                  <a:cubicBezTo>
                    <a:pt x="15892" y="3485"/>
                    <a:pt x="24306" y="0"/>
                    <a:pt x="330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 txBox="1"/>
            <p:nvPr/>
          </p:nvSpPr>
          <p:spPr>
            <a:xfrm>
              <a:off x="0" y="-9525"/>
              <a:ext cx="1150437" cy="179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200" lIns="32200" spcFirstLastPara="1" rIns="32200" wrap="square" tIns="32200">
              <a:noAutofit/>
            </a:bodyPr>
            <a:lstStyle/>
            <a:p>
              <a:pPr indent="0" lvl="0" marL="0" marR="0" rtl="0" algn="ctr">
                <a:lnSpc>
                  <a:spcPct val="8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14"/>
          <p:cNvGrpSpPr/>
          <p:nvPr/>
        </p:nvGrpSpPr>
        <p:grpSpPr>
          <a:xfrm>
            <a:off x="3821411" y="2234026"/>
            <a:ext cx="2574470" cy="402786"/>
            <a:chOff x="0" y="-9525"/>
            <a:chExt cx="1150437" cy="179991"/>
          </a:xfrm>
        </p:grpSpPr>
        <p:sp>
          <p:nvSpPr>
            <p:cNvPr id="168" name="Google Shape;168;p14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3079" y="0"/>
                  </a:moveTo>
                  <a:lnTo>
                    <a:pt x="1117358" y="0"/>
                  </a:lnTo>
                  <a:cubicBezTo>
                    <a:pt x="1126131" y="0"/>
                    <a:pt x="1134545" y="3485"/>
                    <a:pt x="1140749" y="9689"/>
                  </a:cubicBezTo>
                  <a:cubicBezTo>
                    <a:pt x="1146952" y="15892"/>
                    <a:pt x="1150437" y="24306"/>
                    <a:pt x="1150437" y="33079"/>
                  </a:cubicBezTo>
                  <a:lnTo>
                    <a:pt x="1150437" y="137387"/>
                  </a:lnTo>
                  <a:cubicBezTo>
                    <a:pt x="1150437" y="146160"/>
                    <a:pt x="1146952" y="154574"/>
                    <a:pt x="1140749" y="160777"/>
                  </a:cubicBezTo>
                  <a:cubicBezTo>
                    <a:pt x="1134545" y="166981"/>
                    <a:pt x="1126131" y="170466"/>
                    <a:pt x="1117358" y="170466"/>
                  </a:cubicBezTo>
                  <a:lnTo>
                    <a:pt x="33079" y="170466"/>
                  </a:lnTo>
                  <a:cubicBezTo>
                    <a:pt x="24306" y="170466"/>
                    <a:pt x="15892" y="166981"/>
                    <a:pt x="9689" y="160777"/>
                  </a:cubicBezTo>
                  <a:cubicBezTo>
                    <a:pt x="3485" y="154574"/>
                    <a:pt x="0" y="146160"/>
                    <a:pt x="0" y="137387"/>
                  </a:cubicBezTo>
                  <a:lnTo>
                    <a:pt x="0" y="33079"/>
                  </a:lnTo>
                  <a:cubicBezTo>
                    <a:pt x="0" y="24306"/>
                    <a:pt x="3485" y="15892"/>
                    <a:pt x="9689" y="9689"/>
                  </a:cubicBezTo>
                  <a:cubicBezTo>
                    <a:pt x="15892" y="3485"/>
                    <a:pt x="24306" y="0"/>
                    <a:pt x="330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 txBox="1"/>
            <p:nvPr/>
          </p:nvSpPr>
          <p:spPr>
            <a:xfrm>
              <a:off x="0" y="-9525"/>
              <a:ext cx="1150437" cy="179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200" lIns="32200" spcFirstLastPara="1" rIns="32200" wrap="square" tIns="32200">
              <a:noAutofit/>
            </a:bodyPr>
            <a:lstStyle/>
            <a:p>
              <a:pPr indent="0" lvl="0" marL="0" marR="0" rtl="0" algn="ctr">
                <a:lnSpc>
                  <a:spcPct val="8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14"/>
          <p:cNvGrpSpPr/>
          <p:nvPr/>
        </p:nvGrpSpPr>
        <p:grpSpPr>
          <a:xfrm>
            <a:off x="5225556" y="3554434"/>
            <a:ext cx="719858" cy="608904"/>
            <a:chOff x="0" y="-6946"/>
            <a:chExt cx="959811" cy="811873"/>
          </a:xfrm>
        </p:grpSpPr>
        <p:grpSp>
          <p:nvGrpSpPr>
            <p:cNvPr id="171" name="Google Shape;171;p14"/>
            <p:cNvGrpSpPr/>
            <p:nvPr/>
          </p:nvGrpSpPr>
          <p:grpSpPr>
            <a:xfrm>
              <a:off x="183561" y="-6946"/>
              <a:ext cx="592688" cy="599634"/>
              <a:chOff x="0" y="-9525"/>
              <a:chExt cx="812800" cy="822325"/>
            </a:xfrm>
          </p:grpSpPr>
          <p:sp>
            <p:nvSpPr>
              <p:cNvPr id="172" name="Google Shape;172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FDB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4"/>
              <p:cNvSpPr txBox="1"/>
              <p:nvPr/>
            </p:nvSpPr>
            <p:spPr>
              <a:xfrm>
                <a:off x="0" y="-9525"/>
                <a:ext cx="812800" cy="822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200" lIns="32200" spcFirstLastPara="1" rIns="32200" wrap="square" tIns="32200">
                <a:noAutofit/>
              </a:bodyPr>
              <a:lstStyle/>
              <a:p>
                <a:pPr indent="0" lvl="0" marL="0" marR="0" rtl="0" algn="ctr">
                  <a:lnSpc>
                    <a:spcPct val="86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4" name="Google Shape;174;p14"/>
            <p:cNvSpPr txBox="1"/>
            <p:nvPr/>
          </p:nvSpPr>
          <p:spPr>
            <a:xfrm>
              <a:off x="0" y="674673"/>
              <a:ext cx="959811" cy="13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3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6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#FDBD00</a:t>
              </a:r>
              <a:endParaRPr/>
            </a:p>
          </p:txBody>
        </p:sp>
      </p:grpSp>
      <p:grpSp>
        <p:nvGrpSpPr>
          <p:cNvPr id="175" name="Google Shape;175;p14"/>
          <p:cNvGrpSpPr/>
          <p:nvPr/>
        </p:nvGrpSpPr>
        <p:grpSpPr>
          <a:xfrm>
            <a:off x="797411" y="5567837"/>
            <a:ext cx="6048000" cy="3700495"/>
            <a:chOff x="0" y="-9525"/>
            <a:chExt cx="2702632" cy="1653617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0"/>
              <a:ext cx="2702632" cy="1644092"/>
            </a:xfrm>
            <a:custGeom>
              <a:rect b="b" l="l" r="r" t="t"/>
              <a:pathLst>
                <a:path extrusionOk="0" h="1644092" w="2702632">
                  <a:moveTo>
                    <a:pt x="19201" y="0"/>
                  </a:moveTo>
                  <a:lnTo>
                    <a:pt x="2683431" y="0"/>
                  </a:lnTo>
                  <a:cubicBezTo>
                    <a:pt x="2694035" y="0"/>
                    <a:pt x="2702632" y="8597"/>
                    <a:pt x="2702632" y="19201"/>
                  </a:cubicBezTo>
                  <a:lnTo>
                    <a:pt x="2702632" y="1624891"/>
                  </a:lnTo>
                  <a:cubicBezTo>
                    <a:pt x="2702632" y="1629983"/>
                    <a:pt x="2700609" y="1634867"/>
                    <a:pt x="2697008" y="1638468"/>
                  </a:cubicBezTo>
                  <a:cubicBezTo>
                    <a:pt x="2693407" y="1642069"/>
                    <a:pt x="2688523" y="1644092"/>
                    <a:pt x="2683431" y="1644092"/>
                  </a:cubicBezTo>
                  <a:lnTo>
                    <a:pt x="19201" y="1644092"/>
                  </a:lnTo>
                  <a:cubicBezTo>
                    <a:pt x="14109" y="1644092"/>
                    <a:pt x="9225" y="1642069"/>
                    <a:pt x="5624" y="1638468"/>
                  </a:cubicBezTo>
                  <a:cubicBezTo>
                    <a:pt x="2023" y="1634867"/>
                    <a:pt x="0" y="1629983"/>
                    <a:pt x="0" y="1624891"/>
                  </a:cubicBezTo>
                  <a:lnTo>
                    <a:pt x="0" y="19201"/>
                  </a:lnTo>
                  <a:cubicBezTo>
                    <a:pt x="0" y="14109"/>
                    <a:pt x="2023" y="9225"/>
                    <a:pt x="5624" y="5624"/>
                  </a:cubicBezTo>
                  <a:cubicBezTo>
                    <a:pt x="9225" y="2023"/>
                    <a:pt x="14109" y="0"/>
                    <a:pt x="19201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 txBox="1"/>
            <p:nvPr/>
          </p:nvSpPr>
          <p:spPr>
            <a:xfrm>
              <a:off x="0" y="-9525"/>
              <a:ext cx="2702632" cy="1653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200" lIns="32200" spcFirstLastPara="1" rIns="32200" wrap="square" tIns="32200">
              <a:noAutofit/>
            </a:bodyPr>
            <a:lstStyle/>
            <a:p>
              <a:pPr indent="0" lvl="0" marL="0" marR="0" rtl="0" algn="ctr">
                <a:lnSpc>
                  <a:spcPct val="8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4"/>
          <p:cNvGrpSpPr/>
          <p:nvPr/>
        </p:nvGrpSpPr>
        <p:grpSpPr>
          <a:xfrm>
            <a:off x="2534176" y="5777387"/>
            <a:ext cx="2574470" cy="402786"/>
            <a:chOff x="0" y="-9525"/>
            <a:chExt cx="1150437" cy="179991"/>
          </a:xfrm>
        </p:grpSpPr>
        <p:sp>
          <p:nvSpPr>
            <p:cNvPr id="179" name="Google Shape;179;p14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3079" y="0"/>
                  </a:moveTo>
                  <a:lnTo>
                    <a:pt x="1117358" y="0"/>
                  </a:lnTo>
                  <a:cubicBezTo>
                    <a:pt x="1126131" y="0"/>
                    <a:pt x="1134545" y="3485"/>
                    <a:pt x="1140749" y="9689"/>
                  </a:cubicBezTo>
                  <a:cubicBezTo>
                    <a:pt x="1146952" y="15892"/>
                    <a:pt x="1150437" y="24306"/>
                    <a:pt x="1150437" y="33079"/>
                  </a:cubicBezTo>
                  <a:lnTo>
                    <a:pt x="1150437" y="137387"/>
                  </a:lnTo>
                  <a:cubicBezTo>
                    <a:pt x="1150437" y="146160"/>
                    <a:pt x="1146952" y="154574"/>
                    <a:pt x="1140749" y="160777"/>
                  </a:cubicBezTo>
                  <a:cubicBezTo>
                    <a:pt x="1134545" y="166981"/>
                    <a:pt x="1126131" y="170466"/>
                    <a:pt x="1117358" y="170466"/>
                  </a:cubicBezTo>
                  <a:lnTo>
                    <a:pt x="33079" y="170466"/>
                  </a:lnTo>
                  <a:cubicBezTo>
                    <a:pt x="24306" y="170466"/>
                    <a:pt x="15892" y="166981"/>
                    <a:pt x="9689" y="160777"/>
                  </a:cubicBezTo>
                  <a:cubicBezTo>
                    <a:pt x="3485" y="154574"/>
                    <a:pt x="0" y="146160"/>
                    <a:pt x="0" y="137387"/>
                  </a:cubicBezTo>
                  <a:lnTo>
                    <a:pt x="0" y="33079"/>
                  </a:lnTo>
                  <a:cubicBezTo>
                    <a:pt x="0" y="24306"/>
                    <a:pt x="3485" y="15892"/>
                    <a:pt x="9689" y="9689"/>
                  </a:cubicBezTo>
                  <a:cubicBezTo>
                    <a:pt x="15892" y="3485"/>
                    <a:pt x="24306" y="0"/>
                    <a:pt x="330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9525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 txBox="1"/>
            <p:nvPr/>
          </p:nvSpPr>
          <p:spPr>
            <a:xfrm>
              <a:off x="0" y="-9525"/>
              <a:ext cx="1150437" cy="179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200" lIns="32200" spcFirstLastPara="1" rIns="32200" wrap="square" tIns="32200">
              <a:noAutofit/>
            </a:bodyPr>
            <a:lstStyle/>
            <a:p>
              <a:pPr indent="0" lvl="0" marL="0" marR="0" rtl="0" algn="ctr">
                <a:lnSpc>
                  <a:spcPct val="8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5225556" y="2773907"/>
            <a:ext cx="719858" cy="608904"/>
            <a:chOff x="0" y="-6946"/>
            <a:chExt cx="959811" cy="811873"/>
          </a:xfrm>
        </p:grpSpPr>
        <p:grpSp>
          <p:nvGrpSpPr>
            <p:cNvPr id="182" name="Google Shape;182;p14"/>
            <p:cNvGrpSpPr/>
            <p:nvPr/>
          </p:nvGrpSpPr>
          <p:grpSpPr>
            <a:xfrm>
              <a:off x="183561" y="-6946"/>
              <a:ext cx="592688" cy="599634"/>
              <a:chOff x="0" y="-9525"/>
              <a:chExt cx="812800" cy="822325"/>
            </a:xfrm>
          </p:grpSpPr>
          <p:sp>
            <p:nvSpPr>
              <p:cNvPr id="183" name="Google Shape;18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D752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4"/>
              <p:cNvSpPr txBox="1"/>
              <p:nvPr/>
            </p:nvSpPr>
            <p:spPr>
              <a:xfrm>
                <a:off x="0" y="-9525"/>
                <a:ext cx="812800" cy="822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200" lIns="32200" spcFirstLastPara="1" rIns="32200" wrap="square" tIns="32200">
                <a:noAutofit/>
              </a:bodyPr>
              <a:lstStyle/>
              <a:p>
                <a:pPr indent="0" lvl="0" marL="0" marR="0" rtl="0" algn="ctr">
                  <a:lnSpc>
                    <a:spcPct val="86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" name="Google Shape;185;p14"/>
            <p:cNvSpPr txBox="1"/>
            <p:nvPr/>
          </p:nvSpPr>
          <p:spPr>
            <a:xfrm>
              <a:off x="0" y="674673"/>
              <a:ext cx="959811" cy="13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3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6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#D752B2</a:t>
              </a:r>
              <a:endParaRPr/>
            </a:p>
          </p:txBody>
        </p:sp>
      </p:grpSp>
      <p:sp>
        <p:nvSpPr>
          <p:cNvPr id="186" name="Google Shape;186;p14"/>
          <p:cNvSpPr txBox="1"/>
          <p:nvPr/>
        </p:nvSpPr>
        <p:spPr>
          <a:xfrm>
            <a:off x="871981" y="1343847"/>
            <a:ext cx="5816038" cy="243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2"/>
                </a:solidFill>
                <a:latin typeface="Arial"/>
                <a:ea typeface="Arial"/>
                <a:cs typeface="Arial"/>
                <a:sym typeface="Arial"/>
              </a:rPr>
              <a:t>Ushbu dizayn resurslaridan Canva taqdimotingizda foydalaning.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1614586" y="822675"/>
            <a:ext cx="433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10" u="none" cap="none" strike="noStrike">
                <a:solidFill>
                  <a:srgbClr val="FDBD00"/>
                </a:solidFill>
              </a:rPr>
              <a:t>RESURSLAR SAHIFASI</a:t>
            </a:r>
            <a:endParaRPr b="1"/>
          </a:p>
        </p:txBody>
      </p:sp>
      <p:sp>
        <p:nvSpPr>
          <p:cNvPr id="188" name="Google Shape;188;p14"/>
          <p:cNvSpPr txBox="1"/>
          <p:nvPr/>
        </p:nvSpPr>
        <p:spPr>
          <a:xfrm>
            <a:off x="1026043" y="2769591"/>
            <a:ext cx="2464384" cy="31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taqdimot shabloni</a:t>
            </a:r>
            <a:endParaRPr/>
          </a:p>
          <a:p>
            <a:pPr indent="0" lvl="0" marL="0" marR="0" rtl="0" algn="ctr">
              <a:lnSpc>
                <a:spcPct val="122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quyidagi bepul shriftlardan foydalanadi: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1067859" y="4712817"/>
            <a:ext cx="2574470" cy="156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shriftlarni internetdan ham topishingiz mumkin.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1329797" y="3172144"/>
            <a:ext cx="18570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SARLAVHALAR:</a:t>
            </a:r>
            <a:endParaRPr/>
          </a:p>
          <a:p>
            <a:pPr indent="0" lvl="0" marL="0" marR="0" rtl="0" algn="ctr">
              <a:lnSpc>
                <a:spcPct val="103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BALOO</a:t>
            </a:r>
            <a:endParaRPr/>
          </a:p>
          <a:p>
            <a:pPr indent="0" lvl="0" marL="0" marR="0" rtl="0" algn="ctr">
              <a:lnSpc>
                <a:spcPct val="103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30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QISM SARLAVHALARI:</a:t>
            </a:r>
            <a:endParaRPr/>
          </a:p>
          <a:p>
            <a:pPr indent="0" lvl="0" marL="0" marR="0" rtl="0" algn="ctr">
              <a:lnSpc>
                <a:spcPct val="103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ARIMO</a:t>
            </a:r>
            <a:endParaRPr/>
          </a:p>
          <a:p>
            <a:pPr indent="0" lvl="0" marL="0" marR="0" rtl="0" algn="ctr">
              <a:lnSpc>
                <a:spcPct val="103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30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ASOSIY MATN:</a:t>
            </a:r>
            <a:endParaRPr/>
          </a:p>
          <a:p>
            <a:pPr indent="0" lvl="0" marL="0" marR="0" rtl="0" algn="ctr">
              <a:lnSpc>
                <a:spcPct val="103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ARIMO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1329797" y="2335670"/>
            <a:ext cx="1856876" cy="220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6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Shriftlar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4180208" y="2317247"/>
            <a:ext cx="1856876" cy="220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3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Ranglar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2892973" y="5879031"/>
            <a:ext cx="1856876" cy="220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32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Dizayn elementlari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1252814" y="9656575"/>
            <a:ext cx="513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9" u="none" cap="none" strike="noStrike">
                <a:solidFill>
                  <a:srgbClr val="FDBD00"/>
                </a:solidFill>
              </a:rPr>
              <a:t>TAQDIMOTDAN OLDI USHBU SAHIFANI O'CHIRIB TASHLASHNI UNUTMANG.</a:t>
            </a:r>
            <a:endParaRPr b="1"/>
          </a:p>
        </p:txBody>
      </p:sp>
      <p:grpSp>
        <p:nvGrpSpPr>
          <p:cNvPr id="195" name="Google Shape;195;p14"/>
          <p:cNvGrpSpPr/>
          <p:nvPr/>
        </p:nvGrpSpPr>
        <p:grpSpPr>
          <a:xfrm>
            <a:off x="4180208" y="3554434"/>
            <a:ext cx="719858" cy="608904"/>
            <a:chOff x="0" y="-6946"/>
            <a:chExt cx="959811" cy="811873"/>
          </a:xfrm>
        </p:grpSpPr>
        <p:grpSp>
          <p:nvGrpSpPr>
            <p:cNvPr id="196" name="Google Shape;196;p14"/>
            <p:cNvGrpSpPr/>
            <p:nvPr/>
          </p:nvGrpSpPr>
          <p:grpSpPr>
            <a:xfrm>
              <a:off x="183561" y="-6946"/>
              <a:ext cx="592688" cy="599634"/>
              <a:chOff x="0" y="-9525"/>
              <a:chExt cx="812800" cy="822325"/>
            </a:xfrm>
          </p:grpSpPr>
          <p:sp>
            <p:nvSpPr>
              <p:cNvPr id="197" name="Google Shape;19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24BB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4"/>
              <p:cNvSpPr txBox="1"/>
              <p:nvPr/>
            </p:nvSpPr>
            <p:spPr>
              <a:xfrm>
                <a:off x="0" y="-9525"/>
                <a:ext cx="812800" cy="822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200" lIns="32200" spcFirstLastPara="1" rIns="32200" wrap="square" tIns="32200">
                <a:noAutofit/>
              </a:bodyPr>
              <a:lstStyle/>
              <a:p>
                <a:pPr indent="0" lvl="0" marL="0" marR="0" rtl="0" algn="ctr">
                  <a:lnSpc>
                    <a:spcPct val="86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9" name="Google Shape;199;p14"/>
            <p:cNvSpPr txBox="1"/>
            <p:nvPr/>
          </p:nvSpPr>
          <p:spPr>
            <a:xfrm>
              <a:off x="0" y="674673"/>
              <a:ext cx="959811" cy="13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3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6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#24BB7F</a:t>
              </a:r>
              <a:endParaRPr/>
            </a:p>
          </p:txBody>
        </p:sp>
      </p:grpSp>
      <p:grpSp>
        <p:nvGrpSpPr>
          <p:cNvPr id="200" name="Google Shape;200;p14"/>
          <p:cNvGrpSpPr/>
          <p:nvPr/>
        </p:nvGrpSpPr>
        <p:grpSpPr>
          <a:xfrm>
            <a:off x="4180208" y="2773907"/>
            <a:ext cx="719858" cy="608904"/>
            <a:chOff x="0" y="-6946"/>
            <a:chExt cx="959811" cy="811873"/>
          </a:xfrm>
        </p:grpSpPr>
        <p:grpSp>
          <p:nvGrpSpPr>
            <p:cNvPr id="201" name="Google Shape;201;p14"/>
            <p:cNvGrpSpPr/>
            <p:nvPr/>
          </p:nvGrpSpPr>
          <p:grpSpPr>
            <a:xfrm>
              <a:off x="183561" y="-6946"/>
              <a:ext cx="592688" cy="599634"/>
              <a:chOff x="0" y="-9525"/>
              <a:chExt cx="812800" cy="822325"/>
            </a:xfrm>
          </p:grpSpPr>
          <p:sp>
            <p:nvSpPr>
              <p:cNvPr id="202" name="Google Shape;202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4"/>
              <p:cNvSpPr txBox="1"/>
              <p:nvPr/>
            </p:nvSpPr>
            <p:spPr>
              <a:xfrm>
                <a:off x="0" y="-9525"/>
                <a:ext cx="812800" cy="822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200" lIns="32200" spcFirstLastPara="1" rIns="32200" wrap="square" tIns="32200">
                <a:noAutofit/>
              </a:bodyPr>
              <a:lstStyle/>
              <a:p>
                <a:pPr indent="0" lvl="0" marL="0" marR="0" rtl="0" algn="ctr">
                  <a:lnSpc>
                    <a:spcPct val="86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14"/>
            <p:cNvSpPr txBox="1"/>
            <p:nvPr/>
          </p:nvSpPr>
          <p:spPr>
            <a:xfrm>
              <a:off x="0" y="674673"/>
              <a:ext cx="959811" cy="13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3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6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#ED7843</a:t>
              </a:r>
              <a:endParaRPr/>
            </a:p>
          </p:txBody>
        </p:sp>
      </p:grpSp>
      <p:grpSp>
        <p:nvGrpSpPr>
          <p:cNvPr id="205" name="Google Shape;205;p14"/>
          <p:cNvGrpSpPr/>
          <p:nvPr/>
        </p:nvGrpSpPr>
        <p:grpSpPr>
          <a:xfrm>
            <a:off x="4180208" y="4334961"/>
            <a:ext cx="719858" cy="608904"/>
            <a:chOff x="0" y="-6946"/>
            <a:chExt cx="959811" cy="811873"/>
          </a:xfrm>
        </p:grpSpPr>
        <p:grpSp>
          <p:nvGrpSpPr>
            <p:cNvPr id="206" name="Google Shape;206;p14"/>
            <p:cNvGrpSpPr/>
            <p:nvPr/>
          </p:nvGrpSpPr>
          <p:grpSpPr>
            <a:xfrm>
              <a:off x="183561" y="-6946"/>
              <a:ext cx="592688" cy="599634"/>
              <a:chOff x="0" y="-9525"/>
              <a:chExt cx="812800" cy="822325"/>
            </a:xfrm>
          </p:grpSpPr>
          <p:sp>
            <p:nvSpPr>
              <p:cNvPr id="207" name="Google Shape;20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00000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4"/>
              <p:cNvSpPr txBox="1"/>
              <p:nvPr/>
            </p:nvSpPr>
            <p:spPr>
              <a:xfrm>
                <a:off x="0" y="-9525"/>
                <a:ext cx="812800" cy="822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200" lIns="32200" spcFirstLastPara="1" rIns="32200" wrap="square" tIns="32200">
                <a:noAutofit/>
              </a:bodyPr>
              <a:lstStyle/>
              <a:p>
                <a:pPr indent="0" lvl="0" marL="0" marR="0" rtl="0" algn="ctr">
                  <a:lnSpc>
                    <a:spcPct val="86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9" name="Google Shape;209;p14"/>
            <p:cNvSpPr txBox="1"/>
            <p:nvPr/>
          </p:nvSpPr>
          <p:spPr>
            <a:xfrm>
              <a:off x="0" y="674673"/>
              <a:ext cx="959811" cy="13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3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6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#000002</a:t>
              </a:r>
              <a:endParaRPr/>
            </a:p>
          </p:txBody>
        </p:sp>
      </p:grpSp>
      <p:grpSp>
        <p:nvGrpSpPr>
          <p:cNvPr id="210" name="Google Shape;210;p14"/>
          <p:cNvGrpSpPr/>
          <p:nvPr/>
        </p:nvGrpSpPr>
        <p:grpSpPr>
          <a:xfrm>
            <a:off x="5225556" y="4339105"/>
            <a:ext cx="719858" cy="608904"/>
            <a:chOff x="0" y="-6946"/>
            <a:chExt cx="959811" cy="811873"/>
          </a:xfrm>
        </p:grpSpPr>
        <p:grpSp>
          <p:nvGrpSpPr>
            <p:cNvPr id="211" name="Google Shape;211;p14"/>
            <p:cNvGrpSpPr/>
            <p:nvPr/>
          </p:nvGrpSpPr>
          <p:grpSpPr>
            <a:xfrm>
              <a:off x="183561" y="-6946"/>
              <a:ext cx="592688" cy="599634"/>
              <a:chOff x="0" y="-9525"/>
              <a:chExt cx="812800" cy="822325"/>
            </a:xfrm>
          </p:grpSpPr>
          <p:sp>
            <p:nvSpPr>
              <p:cNvPr id="212" name="Google Shape;212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lnTo>
                      <a:pt x="406400" y="0"/>
                    </a:lnTo>
                    <a:cubicBezTo>
                      <a:pt x="630849" y="0"/>
                      <a:pt x="812800" y="181951"/>
                      <a:pt x="812800" y="406400"/>
                    </a:cubicBezTo>
                    <a:lnTo>
                      <a:pt x="812800" y="406400"/>
                    </a:lnTo>
                    <a:cubicBezTo>
                      <a:pt x="812800" y="630849"/>
                      <a:pt x="630849" y="812800"/>
                      <a:pt x="406400" y="812800"/>
                    </a:cubicBezTo>
                    <a:lnTo>
                      <a:pt x="406400" y="812800"/>
                    </a:lnTo>
                    <a:cubicBezTo>
                      <a:pt x="181951" y="812800"/>
                      <a:pt x="0" y="630849"/>
                      <a:pt x="0" y="406400"/>
                    </a:cubicBezTo>
                    <a:lnTo>
                      <a:pt x="0" y="406400"/>
                    </a:lnTo>
                    <a:cubicBezTo>
                      <a:pt x="0" y="181951"/>
                      <a:pt x="181951" y="0"/>
                      <a:pt x="406400" y="0"/>
                    </a:cubicBezTo>
                    <a:close/>
                  </a:path>
                </a:pathLst>
              </a:custGeom>
              <a:solidFill>
                <a:srgbClr val="FFF9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4"/>
              <p:cNvSpPr txBox="1"/>
              <p:nvPr/>
            </p:nvSpPr>
            <p:spPr>
              <a:xfrm>
                <a:off x="0" y="-9525"/>
                <a:ext cx="812800" cy="822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2200" lIns="32200" spcFirstLastPara="1" rIns="32200" wrap="square" tIns="32200">
                <a:noAutofit/>
              </a:bodyPr>
              <a:lstStyle/>
              <a:p>
                <a:pPr indent="0" lvl="0" marL="0" marR="0" rtl="0" algn="ctr">
                  <a:lnSpc>
                    <a:spcPct val="86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4" name="Google Shape;214;p14"/>
            <p:cNvSpPr txBox="1"/>
            <p:nvPr/>
          </p:nvSpPr>
          <p:spPr>
            <a:xfrm>
              <a:off x="0" y="674673"/>
              <a:ext cx="959811" cy="13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3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66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#FFF9E7</a:t>
              </a:r>
              <a:endParaRPr/>
            </a:p>
          </p:txBody>
        </p:sp>
      </p:grpSp>
      <p:sp>
        <p:nvSpPr>
          <p:cNvPr id="215" name="Google Shape;215;p14"/>
          <p:cNvSpPr/>
          <p:nvPr/>
        </p:nvSpPr>
        <p:spPr>
          <a:xfrm>
            <a:off x="3461332" y="6875498"/>
            <a:ext cx="1586637" cy="1619018"/>
          </a:xfrm>
          <a:custGeom>
            <a:rect b="b" l="l" r="r" t="t"/>
            <a:pathLst>
              <a:path extrusionOk="0" h="1619018" w="1586637">
                <a:moveTo>
                  <a:pt x="0" y="0"/>
                </a:moveTo>
                <a:lnTo>
                  <a:pt x="1586637" y="0"/>
                </a:lnTo>
                <a:lnTo>
                  <a:pt x="1586637" y="1619018"/>
                </a:lnTo>
                <a:lnTo>
                  <a:pt x="0" y="16190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16" name="Google Shape;216;p14"/>
          <p:cNvSpPr/>
          <p:nvPr/>
        </p:nvSpPr>
        <p:spPr>
          <a:xfrm>
            <a:off x="1550791" y="6966307"/>
            <a:ext cx="1517409" cy="1437400"/>
          </a:xfrm>
          <a:custGeom>
            <a:rect b="b" l="l" r="r" t="t"/>
            <a:pathLst>
              <a:path extrusionOk="0" h="1437400" w="1517409">
                <a:moveTo>
                  <a:pt x="0" y="0"/>
                </a:moveTo>
                <a:lnTo>
                  <a:pt x="1517409" y="0"/>
                </a:lnTo>
                <a:lnTo>
                  <a:pt x="1517409" y="1437400"/>
                </a:lnTo>
                <a:lnTo>
                  <a:pt x="0" y="143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217" name="Google Shape;217;p14"/>
          <p:cNvSpPr/>
          <p:nvPr/>
        </p:nvSpPr>
        <p:spPr>
          <a:xfrm>
            <a:off x="5441102" y="7097590"/>
            <a:ext cx="660043" cy="1174835"/>
          </a:xfrm>
          <a:custGeom>
            <a:rect b="b" l="l" r="r" t="t"/>
            <a:pathLst>
              <a:path extrusionOk="0" h="1174835" w="660043">
                <a:moveTo>
                  <a:pt x="0" y="0"/>
                </a:moveTo>
                <a:lnTo>
                  <a:pt x="660043" y="0"/>
                </a:lnTo>
                <a:lnTo>
                  <a:pt x="660043" y="1174834"/>
                </a:lnTo>
                <a:lnTo>
                  <a:pt x="0" y="1174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9E7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5"/>
          <p:cNvGrpSpPr/>
          <p:nvPr/>
        </p:nvGrpSpPr>
        <p:grpSpPr>
          <a:xfrm>
            <a:off x="1845713" y="3945579"/>
            <a:ext cx="3841501" cy="1571045"/>
            <a:chOff x="0" y="-19050"/>
            <a:chExt cx="1658589" cy="678307"/>
          </a:xfrm>
        </p:grpSpPr>
        <p:sp>
          <p:nvSpPr>
            <p:cNvPr id="223" name="Google Shape;223;p15"/>
            <p:cNvSpPr/>
            <p:nvPr/>
          </p:nvSpPr>
          <p:spPr>
            <a:xfrm>
              <a:off x="0" y="0"/>
              <a:ext cx="1658589" cy="659257"/>
            </a:xfrm>
            <a:custGeom>
              <a:rect b="b" l="l" r="r" t="t"/>
              <a:pathLst>
                <a:path extrusionOk="0" h="659257" w="1658589">
                  <a:moveTo>
                    <a:pt x="40307" y="0"/>
                  </a:moveTo>
                  <a:lnTo>
                    <a:pt x="1618283" y="0"/>
                  </a:lnTo>
                  <a:cubicBezTo>
                    <a:pt x="1628972" y="0"/>
                    <a:pt x="1639225" y="4247"/>
                    <a:pt x="1646784" y="11806"/>
                  </a:cubicBezTo>
                  <a:cubicBezTo>
                    <a:pt x="1654343" y="19365"/>
                    <a:pt x="1658589" y="29617"/>
                    <a:pt x="1658589" y="40307"/>
                  </a:cubicBezTo>
                  <a:lnTo>
                    <a:pt x="1658589" y="618950"/>
                  </a:lnTo>
                  <a:cubicBezTo>
                    <a:pt x="1658589" y="629640"/>
                    <a:pt x="1654343" y="639893"/>
                    <a:pt x="1646784" y="647452"/>
                  </a:cubicBezTo>
                  <a:cubicBezTo>
                    <a:pt x="1639225" y="655011"/>
                    <a:pt x="1628972" y="659257"/>
                    <a:pt x="1618283" y="659257"/>
                  </a:cubicBezTo>
                  <a:lnTo>
                    <a:pt x="40307" y="659257"/>
                  </a:lnTo>
                  <a:cubicBezTo>
                    <a:pt x="29617" y="659257"/>
                    <a:pt x="19365" y="655011"/>
                    <a:pt x="11806" y="647452"/>
                  </a:cubicBezTo>
                  <a:cubicBezTo>
                    <a:pt x="4247" y="639893"/>
                    <a:pt x="0" y="629640"/>
                    <a:pt x="0" y="618950"/>
                  </a:cubicBezTo>
                  <a:lnTo>
                    <a:pt x="0" y="40307"/>
                  </a:lnTo>
                  <a:cubicBezTo>
                    <a:pt x="0" y="29617"/>
                    <a:pt x="4247" y="19365"/>
                    <a:pt x="11806" y="11806"/>
                  </a:cubicBezTo>
                  <a:cubicBezTo>
                    <a:pt x="19365" y="4247"/>
                    <a:pt x="29617" y="0"/>
                    <a:pt x="403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5"/>
            <p:cNvSpPr txBox="1"/>
            <p:nvPr/>
          </p:nvSpPr>
          <p:spPr>
            <a:xfrm>
              <a:off x="0" y="-19050"/>
              <a:ext cx="1658589" cy="678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800" lIns="42800" spcFirstLastPara="1" rIns="42800" wrap="square" tIns="42800">
              <a:noAutofit/>
            </a:bodyPr>
            <a:lstStyle/>
            <a:p>
              <a:pPr indent="0" lvl="0" marL="0" marR="0" rtl="0" algn="ctr">
                <a:lnSpc>
                  <a:spcPct val="115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15"/>
          <p:cNvGrpSpPr/>
          <p:nvPr/>
        </p:nvGrpSpPr>
        <p:grpSpPr>
          <a:xfrm>
            <a:off x="1845713" y="5821122"/>
            <a:ext cx="3841501" cy="1571045"/>
            <a:chOff x="0" y="-19050"/>
            <a:chExt cx="1658589" cy="678307"/>
          </a:xfrm>
        </p:grpSpPr>
        <p:sp>
          <p:nvSpPr>
            <p:cNvPr id="226" name="Google Shape;226;p15"/>
            <p:cNvSpPr/>
            <p:nvPr/>
          </p:nvSpPr>
          <p:spPr>
            <a:xfrm>
              <a:off x="0" y="0"/>
              <a:ext cx="1658589" cy="659257"/>
            </a:xfrm>
            <a:custGeom>
              <a:rect b="b" l="l" r="r" t="t"/>
              <a:pathLst>
                <a:path extrusionOk="0" h="659257" w="1658589">
                  <a:moveTo>
                    <a:pt x="40307" y="0"/>
                  </a:moveTo>
                  <a:lnTo>
                    <a:pt x="1618283" y="0"/>
                  </a:lnTo>
                  <a:cubicBezTo>
                    <a:pt x="1628972" y="0"/>
                    <a:pt x="1639225" y="4247"/>
                    <a:pt x="1646784" y="11806"/>
                  </a:cubicBezTo>
                  <a:cubicBezTo>
                    <a:pt x="1654343" y="19365"/>
                    <a:pt x="1658589" y="29617"/>
                    <a:pt x="1658589" y="40307"/>
                  </a:cubicBezTo>
                  <a:lnTo>
                    <a:pt x="1658589" y="618950"/>
                  </a:lnTo>
                  <a:cubicBezTo>
                    <a:pt x="1658589" y="629640"/>
                    <a:pt x="1654343" y="639893"/>
                    <a:pt x="1646784" y="647452"/>
                  </a:cubicBezTo>
                  <a:cubicBezTo>
                    <a:pt x="1639225" y="655011"/>
                    <a:pt x="1628972" y="659257"/>
                    <a:pt x="1618283" y="659257"/>
                  </a:cubicBezTo>
                  <a:lnTo>
                    <a:pt x="40307" y="659257"/>
                  </a:lnTo>
                  <a:cubicBezTo>
                    <a:pt x="29617" y="659257"/>
                    <a:pt x="19365" y="655011"/>
                    <a:pt x="11806" y="647452"/>
                  </a:cubicBezTo>
                  <a:cubicBezTo>
                    <a:pt x="4247" y="639893"/>
                    <a:pt x="0" y="629640"/>
                    <a:pt x="0" y="618950"/>
                  </a:cubicBezTo>
                  <a:lnTo>
                    <a:pt x="0" y="40307"/>
                  </a:lnTo>
                  <a:cubicBezTo>
                    <a:pt x="0" y="29617"/>
                    <a:pt x="4247" y="19365"/>
                    <a:pt x="11806" y="11806"/>
                  </a:cubicBezTo>
                  <a:cubicBezTo>
                    <a:pt x="19365" y="4247"/>
                    <a:pt x="29617" y="0"/>
                    <a:pt x="403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5"/>
            <p:cNvSpPr txBox="1"/>
            <p:nvPr/>
          </p:nvSpPr>
          <p:spPr>
            <a:xfrm>
              <a:off x="0" y="-19050"/>
              <a:ext cx="1658589" cy="678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800" lIns="42800" spcFirstLastPara="1" rIns="42800" wrap="square" tIns="42800">
              <a:noAutofit/>
            </a:bodyPr>
            <a:lstStyle/>
            <a:p>
              <a:pPr indent="0" lvl="0" marL="0" marR="0" rtl="0" algn="ctr">
                <a:lnSpc>
                  <a:spcPct val="115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15"/>
          <p:cNvSpPr txBox="1"/>
          <p:nvPr/>
        </p:nvSpPr>
        <p:spPr>
          <a:xfrm>
            <a:off x="1271913" y="3165607"/>
            <a:ext cx="4989101" cy="471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6" u="none" cap="none" strike="noStrike">
                <a:solidFill>
                  <a:srgbClr val="000002"/>
                </a:solidFill>
                <a:latin typeface="Arial"/>
                <a:ea typeface="Arial"/>
                <a:cs typeface="Arial"/>
                <a:sym typeface="Arial"/>
              </a:rPr>
              <a:t>Ushbu taqdimot shabloni quyidagilar tufayli barcha uchun bepul taqdim etiladi:</a:t>
            </a:r>
            <a:endParaRPr/>
          </a:p>
        </p:txBody>
      </p:sp>
      <p:sp>
        <p:nvSpPr>
          <p:cNvPr id="229" name="Google Shape;229;p15"/>
          <p:cNvSpPr txBox="1"/>
          <p:nvPr/>
        </p:nvSpPr>
        <p:spPr>
          <a:xfrm>
            <a:off x="2524934" y="7854963"/>
            <a:ext cx="24831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1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351" u="none" cap="none" strike="noStrike">
                <a:solidFill>
                  <a:srgbClr val="FDBD00"/>
                </a:solidFill>
              </a:rPr>
              <a:t>Ijodingizga muvaffaqiyat!</a:t>
            </a:r>
            <a:endParaRPr b="1" i="1"/>
          </a:p>
        </p:txBody>
      </p:sp>
      <p:sp>
        <p:nvSpPr>
          <p:cNvPr id="230" name="Google Shape;230;p15"/>
          <p:cNvSpPr txBox="1"/>
          <p:nvPr/>
        </p:nvSpPr>
        <p:spPr>
          <a:xfrm>
            <a:off x="756685" y="5126452"/>
            <a:ext cx="6019557" cy="173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1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taqdimot shabloni uchun</a:t>
            </a:r>
            <a:endParaRPr/>
          </a:p>
        </p:txBody>
      </p:sp>
      <p:sp>
        <p:nvSpPr>
          <p:cNvPr id="231" name="Google Shape;231;p15"/>
          <p:cNvSpPr txBox="1"/>
          <p:nvPr/>
        </p:nvSpPr>
        <p:spPr>
          <a:xfrm>
            <a:off x="756685" y="6776225"/>
            <a:ext cx="6019557" cy="173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1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rasmlar uchun</a:t>
            </a:r>
            <a:endParaRPr/>
          </a:p>
        </p:txBody>
      </p:sp>
      <p:sp>
        <p:nvSpPr>
          <p:cNvPr id="232" name="Google Shape;232;p15"/>
          <p:cNvSpPr txBox="1"/>
          <p:nvPr/>
        </p:nvSpPr>
        <p:spPr>
          <a:xfrm>
            <a:off x="1525276" y="2642879"/>
            <a:ext cx="44823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72" u="none" cap="none" strike="noStrike">
                <a:solidFill>
                  <a:srgbClr val="FDBD00"/>
                </a:solidFill>
              </a:rPr>
              <a:t>MINNATDORCHILIK</a:t>
            </a:r>
            <a:endParaRPr b="1"/>
          </a:p>
        </p:txBody>
      </p:sp>
      <p:sp>
        <p:nvSpPr>
          <p:cNvPr id="233" name="Google Shape;233;p15"/>
          <p:cNvSpPr txBox="1"/>
          <p:nvPr/>
        </p:nvSpPr>
        <p:spPr>
          <a:xfrm>
            <a:off x="1915715" y="6318935"/>
            <a:ext cx="3701498" cy="372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74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Pexels, Pixabay</a:t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2294989" y="4253034"/>
            <a:ext cx="2942951" cy="735738"/>
          </a:xfrm>
          <a:custGeom>
            <a:rect b="b" l="l" r="r" t="t"/>
            <a:pathLst>
              <a:path extrusionOk="0" h="735738" w="2942951">
                <a:moveTo>
                  <a:pt x="0" y="0"/>
                </a:moveTo>
                <a:lnTo>
                  <a:pt x="2942950" y="0"/>
                </a:lnTo>
                <a:lnTo>
                  <a:pt x="2942950" y="735738"/>
                </a:lnTo>
                <a:lnTo>
                  <a:pt x="0" y="735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