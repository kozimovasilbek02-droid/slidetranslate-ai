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Thumbnail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miko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Amiko-regular.fntdata"/><Relationship Id="rId13" Type="http://schemas.openxmlformats.org/officeDocument/2006/relationships/font" Target="fonts/Amiko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68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miko"/>
              <a:buNone/>
              <a:defRPr b="1" i="0" sz="44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miko"/>
              <a:buNone/>
              <a:defRPr sz="1800">
                <a:latin typeface="Amiko"/>
                <a:ea typeface="Amiko"/>
                <a:cs typeface="Amiko"/>
                <a:sym typeface="Amik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iko"/>
              <a:buChar char="•"/>
              <a:defRPr i="0" sz="32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iko"/>
              <a:buChar char="–"/>
              <a:defRPr i="0" sz="28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iko"/>
              <a:buChar char="•"/>
              <a:defRPr i="0" sz="24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miko"/>
              <a:buChar char="–"/>
              <a:defRPr i="0" sz="20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miko"/>
              <a:buChar char="»"/>
              <a:defRPr i="0" sz="20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miko"/>
              <a:buChar char="•"/>
              <a:defRPr i="0" sz="20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miko"/>
              <a:buChar char="•"/>
              <a:defRPr i="0" sz="20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miko"/>
              <a:buChar char="•"/>
              <a:defRPr i="0" sz="20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miko"/>
              <a:buChar char="•"/>
              <a:defRPr i="0" sz="2000" u="none" cap="none" strike="noStrike">
                <a:solidFill>
                  <a:schemeClr val="dk1"/>
                </a:solidFill>
                <a:latin typeface="Amiko"/>
                <a:ea typeface="Amiko"/>
                <a:cs typeface="Amiko"/>
                <a:sym typeface="Amik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Relationship Id="rId9" Type="http://schemas.openxmlformats.org/officeDocument/2006/relationships/image" Target="../media/image18.png"/><Relationship Id="rId10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68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>
            <a:off x="21975" y="1604600"/>
            <a:ext cx="175845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3"/>
          <p:cNvCxnSpPr/>
          <p:nvPr/>
        </p:nvCxnSpPr>
        <p:spPr>
          <a:xfrm rot="10800000">
            <a:off x="17603600" y="1552325"/>
            <a:ext cx="0" cy="490350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3"/>
          <p:cNvCxnSpPr/>
          <p:nvPr/>
        </p:nvCxnSpPr>
        <p:spPr>
          <a:xfrm>
            <a:off x="835275" y="6394925"/>
            <a:ext cx="167712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3"/>
          <p:cNvCxnSpPr/>
          <p:nvPr/>
        </p:nvCxnSpPr>
        <p:spPr>
          <a:xfrm rot="10800000">
            <a:off x="885725" y="6394850"/>
            <a:ext cx="0" cy="340230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835275" y="9797150"/>
            <a:ext cx="167712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3"/>
          <p:cNvSpPr/>
          <p:nvPr/>
        </p:nvSpPr>
        <p:spPr>
          <a:xfrm>
            <a:off x="5706774" y="714492"/>
            <a:ext cx="1876926" cy="1876926"/>
          </a:xfrm>
          <a:custGeom>
            <a:rect b="b" l="l" r="r" t="t"/>
            <a:pathLst>
              <a:path extrusionOk="0" h="1876926" w="1876926">
                <a:moveTo>
                  <a:pt x="0" y="0"/>
                </a:moveTo>
                <a:lnTo>
                  <a:pt x="1876927" y="0"/>
                </a:lnTo>
                <a:lnTo>
                  <a:pt x="1876927" y="1876926"/>
                </a:lnTo>
                <a:lnTo>
                  <a:pt x="0" y="1876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90" name="Google Shape;90;p13"/>
          <p:cNvSpPr txBox="1"/>
          <p:nvPr/>
        </p:nvSpPr>
        <p:spPr>
          <a:xfrm>
            <a:off x="5955536" y="1114475"/>
            <a:ext cx="13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01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546796" y="2898950"/>
            <a:ext cx="219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1-bosqich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794930" y="3546706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9802057" y="714492"/>
            <a:ext cx="1876926" cy="1876926"/>
          </a:xfrm>
          <a:custGeom>
            <a:rect b="b" l="l" r="r" t="t"/>
            <a:pathLst>
              <a:path extrusionOk="0" h="1876926" w="1876926">
                <a:moveTo>
                  <a:pt x="0" y="0"/>
                </a:moveTo>
                <a:lnTo>
                  <a:pt x="1876926" y="0"/>
                </a:lnTo>
                <a:lnTo>
                  <a:pt x="1876926" y="1876926"/>
                </a:lnTo>
                <a:lnTo>
                  <a:pt x="0" y="1876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94" name="Google Shape;94;p13"/>
          <p:cNvSpPr txBox="1"/>
          <p:nvPr/>
        </p:nvSpPr>
        <p:spPr>
          <a:xfrm>
            <a:off x="10050818" y="1114475"/>
            <a:ext cx="13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02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9736652" y="2898963"/>
            <a:ext cx="22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2-bosqich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890213" y="3546706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3893197" y="714492"/>
            <a:ext cx="1876926" cy="1876926"/>
          </a:xfrm>
          <a:custGeom>
            <a:rect b="b" l="l" r="r" t="t"/>
            <a:pathLst>
              <a:path extrusionOk="0" h="1876926" w="1876926">
                <a:moveTo>
                  <a:pt x="0" y="0"/>
                </a:moveTo>
                <a:lnTo>
                  <a:pt x="1876927" y="0"/>
                </a:lnTo>
                <a:lnTo>
                  <a:pt x="1876927" y="1876926"/>
                </a:lnTo>
                <a:lnTo>
                  <a:pt x="0" y="1876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98" name="Google Shape;98;p13"/>
          <p:cNvSpPr txBox="1"/>
          <p:nvPr/>
        </p:nvSpPr>
        <p:spPr>
          <a:xfrm>
            <a:off x="14141959" y="1114475"/>
            <a:ext cx="13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03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3610208" y="2928425"/>
            <a:ext cx="244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3-bosqich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2981353" y="3546706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2552241" y="5326901"/>
            <a:ext cx="1876926" cy="1876926"/>
          </a:xfrm>
          <a:custGeom>
            <a:rect b="b" l="l" r="r" t="t"/>
            <a:pathLst>
              <a:path extrusionOk="0" h="1876926" w="1876926">
                <a:moveTo>
                  <a:pt x="0" y="0"/>
                </a:moveTo>
                <a:lnTo>
                  <a:pt x="1876926" y="0"/>
                </a:lnTo>
                <a:lnTo>
                  <a:pt x="1876926" y="1876926"/>
                </a:lnTo>
                <a:lnTo>
                  <a:pt x="0" y="1876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02" name="Google Shape;102;p13"/>
          <p:cNvSpPr txBox="1"/>
          <p:nvPr/>
        </p:nvSpPr>
        <p:spPr>
          <a:xfrm>
            <a:off x="2801002" y="5726884"/>
            <a:ext cx="13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04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269261" y="7435175"/>
            <a:ext cx="244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4-bosqich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640396" y="8159115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6647523" y="5326901"/>
            <a:ext cx="1876926" cy="1876926"/>
          </a:xfrm>
          <a:custGeom>
            <a:rect b="b" l="l" r="r" t="t"/>
            <a:pathLst>
              <a:path extrusionOk="0" h="1876926" w="1876926">
                <a:moveTo>
                  <a:pt x="0" y="0"/>
                </a:moveTo>
                <a:lnTo>
                  <a:pt x="1876927" y="0"/>
                </a:lnTo>
                <a:lnTo>
                  <a:pt x="1876927" y="1876926"/>
                </a:lnTo>
                <a:lnTo>
                  <a:pt x="0" y="1876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06" name="Google Shape;106;p13"/>
          <p:cNvSpPr txBox="1"/>
          <p:nvPr/>
        </p:nvSpPr>
        <p:spPr>
          <a:xfrm>
            <a:off x="6896285" y="5726884"/>
            <a:ext cx="13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05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513185" y="7435175"/>
            <a:ext cx="214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6-bosqich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735679" y="8159115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0738663" y="5326901"/>
            <a:ext cx="1876926" cy="1876926"/>
          </a:xfrm>
          <a:custGeom>
            <a:rect b="b" l="l" r="r" t="t"/>
            <a:pathLst>
              <a:path extrusionOk="0" h="1876926" w="1876926">
                <a:moveTo>
                  <a:pt x="0" y="0"/>
                </a:moveTo>
                <a:lnTo>
                  <a:pt x="1876927" y="0"/>
                </a:lnTo>
                <a:lnTo>
                  <a:pt x="1876927" y="1876926"/>
                </a:lnTo>
                <a:lnTo>
                  <a:pt x="0" y="1876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10" name="Google Shape;110;p13"/>
          <p:cNvSpPr txBox="1"/>
          <p:nvPr/>
        </p:nvSpPr>
        <p:spPr>
          <a:xfrm>
            <a:off x="10987425" y="5726884"/>
            <a:ext cx="13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07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0604337" y="7435175"/>
            <a:ext cx="214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7-bosqich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9826819" y="8159115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764613" y="2267366"/>
            <a:ext cx="3639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2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QIYMAT ZANJIRI TAHLILI INFOGRAFIKASI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4805042" y="5320042"/>
            <a:ext cx="1876926" cy="1876926"/>
          </a:xfrm>
          <a:custGeom>
            <a:rect b="b" l="l" r="r" t="t"/>
            <a:pathLst>
              <a:path extrusionOk="0" h="1876926" w="1876926">
                <a:moveTo>
                  <a:pt x="0" y="0"/>
                </a:moveTo>
                <a:lnTo>
                  <a:pt x="1876926" y="0"/>
                </a:lnTo>
                <a:lnTo>
                  <a:pt x="1876926" y="1876927"/>
                </a:lnTo>
                <a:lnTo>
                  <a:pt x="0" y="1876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15" name="Google Shape;115;p13"/>
          <p:cNvSpPr txBox="1"/>
          <p:nvPr/>
        </p:nvSpPr>
        <p:spPr>
          <a:xfrm>
            <a:off x="15053803" y="5720025"/>
            <a:ext cx="137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08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4536374" y="7428313"/>
            <a:ext cx="214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8-bosqich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3893197" y="8152257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18" name="Google Shape;118;p13"/>
          <p:cNvSpPr/>
          <p:nvPr/>
        </p:nvSpPr>
        <p:spPr>
          <a:xfrm rot="5400000">
            <a:off x="17308950" y="9550850"/>
            <a:ext cx="569700" cy="492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4" lIns="9144" spcFirstLastPara="1" rIns="9144" wrap="square" tIns="9144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68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4"/>
          <p:cNvGrpSpPr/>
          <p:nvPr/>
        </p:nvGrpSpPr>
        <p:grpSpPr>
          <a:xfrm>
            <a:off x="0" y="527269"/>
            <a:ext cx="13369799" cy="4616231"/>
            <a:chOff x="0" y="0"/>
            <a:chExt cx="3521264" cy="1215798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3521264" cy="1215798"/>
            </a:xfrm>
            <a:custGeom>
              <a:rect b="b" l="l" r="r" t="t"/>
              <a:pathLst>
                <a:path extrusionOk="0" h="1215798" w="3521264">
                  <a:moveTo>
                    <a:pt x="3521264" y="607899"/>
                  </a:moveTo>
                  <a:lnTo>
                    <a:pt x="3114864" y="0"/>
                  </a:lnTo>
                  <a:lnTo>
                    <a:pt x="3114864" y="203200"/>
                  </a:lnTo>
                  <a:lnTo>
                    <a:pt x="0" y="203200"/>
                  </a:lnTo>
                  <a:lnTo>
                    <a:pt x="0" y="1012598"/>
                  </a:lnTo>
                  <a:lnTo>
                    <a:pt x="3114864" y="1012598"/>
                  </a:lnTo>
                  <a:lnTo>
                    <a:pt x="3114864" y="1215798"/>
                  </a:lnTo>
                  <a:lnTo>
                    <a:pt x="3521264" y="6078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25" name="Google Shape;125;p14"/>
            <p:cNvSpPr txBox="1"/>
            <p:nvPr/>
          </p:nvSpPr>
          <p:spPr>
            <a:xfrm>
              <a:off x="0" y="165100"/>
              <a:ext cx="3419664" cy="847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4"/>
          <p:cNvGrpSpPr/>
          <p:nvPr/>
        </p:nvGrpSpPr>
        <p:grpSpPr>
          <a:xfrm rot="10800000">
            <a:off x="4918201" y="4892784"/>
            <a:ext cx="13369799" cy="4616231"/>
            <a:chOff x="0" y="0"/>
            <a:chExt cx="3521264" cy="1215798"/>
          </a:xfrm>
        </p:grpSpPr>
        <p:sp>
          <p:nvSpPr>
            <p:cNvPr id="127" name="Google Shape;127;p14"/>
            <p:cNvSpPr/>
            <p:nvPr/>
          </p:nvSpPr>
          <p:spPr>
            <a:xfrm>
              <a:off x="0" y="0"/>
              <a:ext cx="3521264" cy="1215798"/>
            </a:xfrm>
            <a:custGeom>
              <a:rect b="b" l="l" r="r" t="t"/>
              <a:pathLst>
                <a:path extrusionOk="0" h="1215798" w="3521264">
                  <a:moveTo>
                    <a:pt x="3521264" y="607899"/>
                  </a:moveTo>
                  <a:lnTo>
                    <a:pt x="3114864" y="0"/>
                  </a:lnTo>
                  <a:lnTo>
                    <a:pt x="3114864" y="203200"/>
                  </a:lnTo>
                  <a:lnTo>
                    <a:pt x="0" y="203200"/>
                  </a:lnTo>
                  <a:lnTo>
                    <a:pt x="0" y="1012598"/>
                  </a:lnTo>
                  <a:lnTo>
                    <a:pt x="3114864" y="1012598"/>
                  </a:lnTo>
                  <a:lnTo>
                    <a:pt x="3114864" y="1215798"/>
                  </a:lnTo>
                  <a:lnTo>
                    <a:pt x="3521264" y="6078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28" name="Google Shape;128;p14"/>
            <p:cNvSpPr txBox="1"/>
            <p:nvPr/>
          </p:nvSpPr>
          <p:spPr>
            <a:xfrm>
              <a:off x="0" y="165100"/>
              <a:ext cx="3419664" cy="847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4"/>
          <p:cNvSpPr txBox="1"/>
          <p:nvPr/>
        </p:nvSpPr>
        <p:spPr>
          <a:xfrm>
            <a:off x="13619508" y="2208639"/>
            <a:ext cx="3639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2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QIYMAT ZANJIRI TAHLILI INFOGRAFIKASI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1914324" y="1742867"/>
            <a:ext cx="477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AFZALLIKLARI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914324" y="2603927"/>
            <a:ext cx="82752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loyihaning afzalliklari va asosiy ustunliklari haqida batafsil matn kiritiladi.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2488724" y="6087428"/>
            <a:ext cx="477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KAMCHILIKLARI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8682179" y="6948488"/>
            <a:ext cx="8577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Bu yerga loyihaning ehtimoliy kamchiliklari va xatarlari haqida batafsil matn kiritiladi.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722868" y="6345555"/>
            <a:ext cx="3947974" cy="16630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qisqacha tavsif matni kiritiladi.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68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15"/>
          <p:cNvCxnSpPr/>
          <p:nvPr/>
        </p:nvCxnSpPr>
        <p:spPr>
          <a:xfrm>
            <a:off x="0" y="5721180"/>
            <a:ext cx="18288000" cy="0"/>
          </a:xfrm>
          <a:prstGeom prst="straightConnector1">
            <a:avLst/>
          </a:prstGeom>
          <a:noFill/>
          <a:ln cap="flat" cmpd="sng" w="9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5"/>
          <p:cNvSpPr/>
          <p:nvPr/>
        </p:nvSpPr>
        <p:spPr>
          <a:xfrm>
            <a:off x="1382070" y="3773009"/>
            <a:ext cx="1544368" cy="1948171"/>
          </a:xfrm>
          <a:custGeom>
            <a:rect b="b" l="l" r="r" t="t"/>
            <a:pathLst>
              <a:path extrusionOk="0" h="2597562" w="2059158">
                <a:moveTo>
                  <a:pt x="0" y="0"/>
                </a:moveTo>
                <a:lnTo>
                  <a:pt x="2059158" y="0"/>
                </a:lnTo>
                <a:lnTo>
                  <a:pt x="2059158" y="2597562"/>
                </a:lnTo>
                <a:lnTo>
                  <a:pt x="0" y="2597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41" name="Google Shape;141;p15"/>
          <p:cNvSpPr txBox="1"/>
          <p:nvPr/>
        </p:nvSpPr>
        <p:spPr>
          <a:xfrm>
            <a:off x="957711" y="6414175"/>
            <a:ext cx="239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1-bosqich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957681" y="7266616"/>
            <a:ext cx="2393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4859188" y="3773009"/>
            <a:ext cx="1544368" cy="1948171"/>
          </a:xfrm>
          <a:custGeom>
            <a:rect b="b" l="l" r="r" t="t"/>
            <a:pathLst>
              <a:path extrusionOk="0" h="2597562" w="2059158">
                <a:moveTo>
                  <a:pt x="0" y="0"/>
                </a:moveTo>
                <a:lnTo>
                  <a:pt x="2059158" y="0"/>
                </a:lnTo>
                <a:lnTo>
                  <a:pt x="2059158" y="2597562"/>
                </a:lnTo>
                <a:lnTo>
                  <a:pt x="0" y="2597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44" name="Google Shape;144;p15"/>
          <p:cNvSpPr txBox="1"/>
          <p:nvPr/>
        </p:nvSpPr>
        <p:spPr>
          <a:xfrm>
            <a:off x="4434827" y="6414175"/>
            <a:ext cx="239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2-bosqich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4434799" y="7266616"/>
            <a:ext cx="2393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8336306" y="3773009"/>
            <a:ext cx="1544368" cy="1948171"/>
          </a:xfrm>
          <a:custGeom>
            <a:rect b="b" l="l" r="r" t="t"/>
            <a:pathLst>
              <a:path extrusionOk="0" h="2597562" w="2059158">
                <a:moveTo>
                  <a:pt x="0" y="0"/>
                </a:moveTo>
                <a:lnTo>
                  <a:pt x="2059158" y="0"/>
                </a:lnTo>
                <a:lnTo>
                  <a:pt x="2059158" y="2597562"/>
                </a:lnTo>
                <a:lnTo>
                  <a:pt x="0" y="2597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47" name="Google Shape;147;p15"/>
          <p:cNvSpPr txBox="1"/>
          <p:nvPr/>
        </p:nvSpPr>
        <p:spPr>
          <a:xfrm>
            <a:off x="8089540" y="6414175"/>
            <a:ext cx="203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7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3-bosqich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7911917" y="7266616"/>
            <a:ext cx="2393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va asosiy vazifalari yoziladi.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11813424" y="3773009"/>
            <a:ext cx="1544368" cy="1948171"/>
          </a:xfrm>
          <a:custGeom>
            <a:rect b="b" l="l" r="r" t="t"/>
            <a:pathLst>
              <a:path extrusionOk="0" h="2597562" w="2059158">
                <a:moveTo>
                  <a:pt x="0" y="0"/>
                </a:moveTo>
                <a:lnTo>
                  <a:pt x="2059158" y="0"/>
                </a:lnTo>
                <a:lnTo>
                  <a:pt x="2059158" y="2597562"/>
                </a:lnTo>
                <a:lnTo>
                  <a:pt x="0" y="2597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50" name="Google Shape;150;p15"/>
          <p:cNvSpPr txBox="1"/>
          <p:nvPr/>
        </p:nvSpPr>
        <p:spPr>
          <a:xfrm>
            <a:off x="11566636" y="6414175"/>
            <a:ext cx="203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7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4-bosqich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1389035" y="7266616"/>
            <a:ext cx="2393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15290543" y="3773009"/>
            <a:ext cx="1544368" cy="1948171"/>
          </a:xfrm>
          <a:custGeom>
            <a:rect b="b" l="l" r="r" t="t"/>
            <a:pathLst>
              <a:path extrusionOk="0" h="2597562" w="2059158">
                <a:moveTo>
                  <a:pt x="0" y="0"/>
                </a:moveTo>
                <a:lnTo>
                  <a:pt x="2059158" y="0"/>
                </a:lnTo>
                <a:lnTo>
                  <a:pt x="2059158" y="2597562"/>
                </a:lnTo>
                <a:lnTo>
                  <a:pt x="0" y="2597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53" name="Google Shape;153;p15"/>
          <p:cNvSpPr txBox="1"/>
          <p:nvPr/>
        </p:nvSpPr>
        <p:spPr>
          <a:xfrm>
            <a:off x="15043700" y="6414175"/>
            <a:ext cx="203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7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05-bosqich</a:t>
            </a:r>
            <a:endParaRPr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14866154" y="7266616"/>
            <a:ext cx="2393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2816219" y="1478326"/>
            <a:ext cx="1265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6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QIYMAT ZANJIRI TAHLILI INFOGRAFIKASI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2882975" y="2594207"/>
            <a:ext cx="12451030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8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 yoki maqsadlari yoziladi.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68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86" y="864186"/>
            <a:ext cx="8558628" cy="85586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16"/>
          <p:cNvGrpSpPr/>
          <p:nvPr/>
        </p:nvGrpSpPr>
        <p:grpSpPr>
          <a:xfrm>
            <a:off x="639562" y="1432744"/>
            <a:ext cx="4252225" cy="2241325"/>
            <a:chOff x="0" y="-38100"/>
            <a:chExt cx="1119927" cy="590308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1119927" cy="552208"/>
            </a:xfrm>
            <a:custGeom>
              <a:rect b="b" l="l" r="r" t="t"/>
              <a:pathLst>
                <a:path extrusionOk="0" h="552208" w="1119927">
                  <a:moveTo>
                    <a:pt x="0" y="0"/>
                  </a:moveTo>
                  <a:lnTo>
                    <a:pt x="1119927" y="0"/>
                  </a:lnTo>
                  <a:lnTo>
                    <a:pt x="1119927" y="552208"/>
                  </a:lnTo>
                  <a:lnTo>
                    <a:pt x="0" y="552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4" name="Google Shape;164;p16"/>
            <p:cNvSpPr txBox="1"/>
            <p:nvPr/>
          </p:nvSpPr>
          <p:spPr>
            <a:xfrm>
              <a:off x="0" y="-38100"/>
              <a:ext cx="1119926" cy="590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639562" y="4075294"/>
            <a:ext cx="4252225" cy="2241325"/>
            <a:chOff x="0" y="-38100"/>
            <a:chExt cx="1119927" cy="590308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1119927" cy="552208"/>
            </a:xfrm>
            <a:custGeom>
              <a:rect b="b" l="l" r="r" t="t"/>
              <a:pathLst>
                <a:path extrusionOk="0" h="552208" w="1119927">
                  <a:moveTo>
                    <a:pt x="0" y="0"/>
                  </a:moveTo>
                  <a:lnTo>
                    <a:pt x="1119927" y="0"/>
                  </a:lnTo>
                  <a:lnTo>
                    <a:pt x="1119927" y="552208"/>
                  </a:lnTo>
                  <a:lnTo>
                    <a:pt x="0" y="552208"/>
                  </a:lnTo>
                  <a:close/>
                </a:path>
              </a:pathLst>
            </a:custGeom>
            <a:solidFill>
              <a:srgbClr val="EBE9E9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67" name="Google Shape;167;p16"/>
            <p:cNvSpPr txBox="1"/>
            <p:nvPr/>
          </p:nvSpPr>
          <p:spPr>
            <a:xfrm>
              <a:off x="0" y="-38100"/>
              <a:ext cx="1119926" cy="590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6"/>
          <p:cNvGrpSpPr/>
          <p:nvPr/>
        </p:nvGrpSpPr>
        <p:grpSpPr>
          <a:xfrm>
            <a:off x="639562" y="6717845"/>
            <a:ext cx="4252225" cy="2241325"/>
            <a:chOff x="0" y="-38100"/>
            <a:chExt cx="1119927" cy="590308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0"/>
              <a:ext cx="1119927" cy="552208"/>
            </a:xfrm>
            <a:custGeom>
              <a:rect b="b" l="l" r="r" t="t"/>
              <a:pathLst>
                <a:path extrusionOk="0" h="552208" w="1119927">
                  <a:moveTo>
                    <a:pt x="0" y="0"/>
                  </a:moveTo>
                  <a:lnTo>
                    <a:pt x="1119927" y="0"/>
                  </a:lnTo>
                  <a:lnTo>
                    <a:pt x="1119927" y="552208"/>
                  </a:lnTo>
                  <a:lnTo>
                    <a:pt x="0" y="552208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0" name="Google Shape;170;p16"/>
            <p:cNvSpPr txBox="1"/>
            <p:nvPr/>
          </p:nvSpPr>
          <p:spPr>
            <a:xfrm>
              <a:off x="0" y="-38100"/>
              <a:ext cx="1119926" cy="590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13395895" y="1432744"/>
            <a:ext cx="4252225" cy="2241325"/>
            <a:chOff x="0" y="-38100"/>
            <a:chExt cx="1119927" cy="590308"/>
          </a:xfrm>
        </p:grpSpPr>
        <p:sp>
          <p:nvSpPr>
            <p:cNvPr id="172" name="Google Shape;172;p16"/>
            <p:cNvSpPr/>
            <p:nvPr/>
          </p:nvSpPr>
          <p:spPr>
            <a:xfrm>
              <a:off x="0" y="0"/>
              <a:ext cx="1119927" cy="552208"/>
            </a:xfrm>
            <a:custGeom>
              <a:rect b="b" l="l" r="r" t="t"/>
              <a:pathLst>
                <a:path extrusionOk="0" h="552208" w="1119927">
                  <a:moveTo>
                    <a:pt x="0" y="0"/>
                  </a:moveTo>
                  <a:lnTo>
                    <a:pt x="1119927" y="0"/>
                  </a:lnTo>
                  <a:lnTo>
                    <a:pt x="1119927" y="552208"/>
                  </a:lnTo>
                  <a:lnTo>
                    <a:pt x="0" y="5522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3" name="Google Shape;173;p16"/>
            <p:cNvSpPr txBox="1"/>
            <p:nvPr/>
          </p:nvSpPr>
          <p:spPr>
            <a:xfrm>
              <a:off x="0" y="-38100"/>
              <a:ext cx="1119926" cy="590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6"/>
          <p:cNvGrpSpPr/>
          <p:nvPr/>
        </p:nvGrpSpPr>
        <p:grpSpPr>
          <a:xfrm>
            <a:off x="13395895" y="4075294"/>
            <a:ext cx="4252225" cy="2241325"/>
            <a:chOff x="0" y="-38100"/>
            <a:chExt cx="1119927" cy="590308"/>
          </a:xfrm>
        </p:grpSpPr>
        <p:sp>
          <p:nvSpPr>
            <p:cNvPr id="175" name="Google Shape;175;p16"/>
            <p:cNvSpPr/>
            <p:nvPr/>
          </p:nvSpPr>
          <p:spPr>
            <a:xfrm>
              <a:off x="0" y="0"/>
              <a:ext cx="1119927" cy="552208"/>
            </a:xfrm>
            <a:custGeom>
              <a:rect b="b" l="l" r="r" t="t"/>
              <a:pathLst>
                <a:path extrusionOk="0" h="552208" w="1119927">
                  <a:moveTo>
                    <a:pt x="0" y="0"/>
                  </a:moveTo>
                  <a:lnTo>
                    <a:pt x="1119927" y="0"/>
                  </a:lnTo>
                  <a:lnTo>
                    <a:pt x="1119927" y="552208"/>
                  </a:lnTo>
                  <a:lnTo>
                    <a:pt x="0" y="552208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6" name="Google Shape;176;p16"/>
            <p:cNvSpPr txBox="1"/>
            <p:nvPr/>
          </p:nvSpPr>
          <p:spPr>
            <a:xfrm>
              <a:off x="0" y="-38100"/>
              <a:ext cx="1119926" cy="590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6"/>
          <p:cNvGrpSpPr/>
          <p:nvPr/>
        </p:nvGrpSpPr>
        <p:grpSpPr>
          <a:xfrm>
            <a:off x="13395895" y="6717845"/>
            <a:ext cx="4252225" cy="2241325"/>
            <a:chOff x="0" y="-38100"/>
            <a:chExt cx="1119927" cy="590308"/>
          </a:xfrm>
        </p:grpSpPr>
        <p:sp>
          <p:nvSpPr>
            <p:cNvPr id="178" name="Google Shape;178;p16"/>
            <p:cNvSpPr/>
            <p:nvPr/>
          </p:nvSpPr>
          <p:spPr>
            <a:xfrm>
              <a:off x="0" y="0"/>
              <a:ext cx="1119927" cy="552208"/>
            </a:xfrm>
            <a:custGeom>
              <a:rect b="b" l="l" r="r" t="t"/>
              <a:pathLst>
                <a:path extrusionOk="0" h="552208" w="1119927">
                  <a:moveTo>
                    <a:pt x="0" y="0"/>
                  </a:moveTo>
                  <a:lnTo>
                    <a:pt x="1119927" y="0"/>
                  </a:lnTo>
                  <a:lnTo>
                    <a:pt x="1119927" y="552208"/>
                  </a:lnTo>
                  <a:lnTo>
                    <a:pt x="0" y="552208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wrap="square" lIns="9144" rIns="9144" tIns="9144" bIns="9144"/>
            <a:p/>
          </p:txBody>
        </p:sp>
        <p:sp>
          <p:nvSpPr>
            <p:cNvPr id="179" name="Google Shape;179;p16"/>
            <p:cNvSpPr txBox="1"/>
            <p:nvPr/>
          </p:nvSpPr>
          <p:spPr>
            <a:xfrm>
              <a:off x="0" y="-38100"/>
              <a:ext cx="1119926" cy="590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16"/>
          <p:cNvSpPr/>
          <p:nvPr/>
        </p:nvSpPr>
        <p:spPr>
          <a:xfrm>
            <a:off x="7327619" y="2625737"/>
            <a:ext cx="1163471" cy="1133855"/>
          </a:xfrm>
          <a:custGeom>
            <a:rect b="b" l="l" r="r" t="t"/>
            <a:pathLst>
              <a:path extrusionOk="0" h="1133855" w="1163471">
                <a:moveTo>
                  <a:pt x="0" y="0"/>
                </a:moveTo>
                <a:lnTo>
                  <a:pt x="1163471" y="0"/>
                </a:lnTo>
                <a:lnTo>
                  <a:pt x="1163471" y="1133856"/>
                </a:lnTo>
                <a:lnTo>
                  <a:pt x="0" y="1133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81" name="Google Shape;181;p16"/>
          <p:cNvSpPr/>
          <p:nvPr/>
        </p:nvSpPr>
        <p:spPr>
          <a:xfrm>
            <a:off x="6321532" y="4681614"/>
            <a:ext cx="1006087" cy="923771"/>
          </a:xfrm>
          <a:custGeom>
            <a:rect b="b" l="l" r="r" t="t"/>
            <a:pathLst>
              <a:path extrusionOk="0" h="923771" w="1006087">
                <a:moveTo>
                  <a:pt x="0" y="0"/>
                </a:moveTo>
                <a:lnTo>
                  <a:pt x="1006087" y="0"/>
                </a:lnTo>
                <a:lnTo>
                  <a:pt x="1006087" y="923772"/>
                </a:lnTo>
                <a:lnTo>
                  <a:pt x="0" y="923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82" name="Google Shape;182;p16"/>
          <p:cNvSpPr/>
          <p:nvPr/>
        </p:nvSpPr>
        <p:spPr>
          <a:xfrm>
            <a:off x="7463945" y="6458920"/>
            <a:ext cx="1027145" cy="1174491"/>
          </a:xfrm>
          <a:custGeom>
            <a:rect b="b" l="l" r="r" t="t"/>
            <a:pathLst>
              <a:path extrusionOk="0" h="1174491" w="1027145">
                <a:moveTo>
                  <a:pt x="0" y="0"/>
                </a:moveTo>
                <a:lnTo>
                  <a:pt x="1027145" y="0"/>
                </a:lnTo>
                <a:lnTo>
                  <a:pt x="1027145" y="1174491"/>
                </a:lnTo>
                <a:lnTo>
                  <a:pt x="0" y="1174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83" name="Google Shape;183;p16"/>
          <p:cNvSpPr/>
          <p:nvPr/>
        </p:nvSpPr>
        <p:spPr>
          <a:xfrm>
            <a:off x="9755061" y="6458920"/>
            <a:ext cx="898271" cy="1143632"/>
          </a:xfrm>
          <a:custGeom>
            <a:rect b="b" l="l" r="r" t="t"/>
            <a:pathLst>
              <a:path extrusionOk="0" h="1143632" w="898271">
                <a:moveTo>
                  <a:pt x="0" y="0"/>
                </a:moveTo>
                <a:lnTo>
                  <a:pt x="898271" y="0"/>
                </a:lnTo>
                <a:lnTo>
                  <a:pt x="898271" y="1143632"/>
                </a:lnTo>
                <a:lnTo>
                  <a:pt x="0" y="1143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84" name="Google Shape;184;p16"/>
          <p:cNvSpPr/>
          <p:nvPr/>
        </p:nvSpPr>
        <p:spPr>
          <a:xfrm>
            <a:off x="10882588" y="4628452"/>
            <a:ext cx="988660" cy="1001405"/>
          </a:xfrm>
          <a:custGeom>
            <a:rect b="b" l="l" r="r" t="t"/>
            <a:pathLst>
              <a:path extrusionOk="0" h="1001405" w="988660">
                <a:moveTo>
                  <a:pt x="0" y="0"/>
                </a:moveTo>
                <a:lnTo>
                  <a:pt x="988660" y="0"/>
                </a:lnTo>
                <a:lnTo>
                  <a:pt x="988660" y="1001405"/>
                </a:lnTo>
                <a:lnTo>
                  <a:pt x="0" y="1001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85" name="Google Shape;185;p16"/>
          <p:cNvSpPr/>
          <p:nvPr/>
        </p:nvSpPr>
        <p:spPr>
          <a:xfrm>
            <a:off x="9700146" y="2625737"/>
            <a:ext cx="1008101" cy="1133855"/>
          </a:xfrm>
          <a:custGeom>
            <a:rect b="b" l="l" r="r" t="t"/>
            <a:pathLst>
              <a:path extrusionOk="0" h="1133855" w="1008101">
                <a:moveTo>
                  <a:pt x="0" y="0"/>
                </a:moveTo>
                <a:lnTo>
                  <a:pt x="1008101" y="0"/>
                </a:lnTo>
                <a:lnTo>
                  <a:pt x="1008101" y="1133856"/>
                </a:lnTo>
                <a:lnTo>
                  <a:pt x="0" y="1133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186" name="Google Shape;186;p16"/>
          <p:cNvSpPr txBox="1"/>
          <p:nvPr/>
        </p:nvSpPr>
        <p:spPr>
          <a:xfrm>
            <a:off x="1751689" y="1800950"/>
            <a:ext cx="210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9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01-bosqich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915364" y="2448504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1751701" y="4443500"/>
            <a:ext cx="210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9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02-bosqich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915364" y="5091054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751701" y="7008075"/>
            <a:ext cx="210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9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03-bosqich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954087" y="7733605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14508450" y="1800950"/>
            <a:ext cx="210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9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04-bosqich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13672120" y="2448504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14594800" y="4443500"/>
            <a:ext cx="193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05-bosqich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13672120" y="5091054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4594850" y="7084275"/>
            <a:ext cx="193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06-bosqich</a:t>
            </a:r>
            <a:endParaRPr b="1">
              <a:latin typeface="Amiko"/>
              <a:ea typeface="Amiko"/>
              <a:cs typeface="Amiko"/>
              <a:sym typeface="Amiko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3633293" y="7733605"/>
            <a:ext cx="370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miko"/>
                <a:ea typeface="Amiko"/>
                <a:cs typeface="Amiko"/>
                <a:sym typeface="Amiko"/>
              </a:rPr>
              <a:t>Bu yerga loyihangizning qisqacha tavsifi, asosiy vazifalar yoki maqsadlar yoziladi.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68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7"/>
          <p:cNvGrpSpPr/>
          <p:nvPr/>
        </p:nvGrpSpPr>
        <p:grpSpPr>
          <a:xfrm>
            <a:off x="719627" y="2075021"/>
            <a:ext cx="5097641" cy="7472652"/>
            <a:chOff x="0" y="-19050"/>
            <a:chExt cx="1342589" cy="1968106"/>
          </a:xfrm>
        </p:grpSpPr>
        <p:sp>
          <p:nvSpPr>
            <p:cNvPr id="203" name="Google Shape;203;p17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7"/>
          <p:cNvGrpSpPr/>
          <p:nvPr/>
        </p:nvGrpSpPr>
        <p:grpSpPr>
          <a:xfrm>
            <a:off x="1084414" y="2355739"/>
            <a:ext cx="4368067" cy="719567"/>
            <a:chOff x="0" y="-19050"/>
            <a:chExt cx="1150437" cy="189516"/>
          </a:xfrm>
        </p:grpSpPr>
        <p:sp>
          <p:nvSpPr>
            <p:cNvPr id="206" name="Google Shape;206;p17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7"/>
          <p:cNvGrpSpPr/>
          <p:nvPr/>
        </p:nvGrpSpPr>
        <p:grpSpPr>
          <a:xfrm>
            <a:off x="6055393" y="2075021"/>
            <a:ext cx="11512980" cy="7472652"/>
            <a:chOff x="0" y="-19050"/>
            <a:chExt cx="3032225" cy="1968106"/>
          </a:xfrm>
        </p:grpSpPr>
        <p:sp>
          <p:nvSpPr>
            <p:cNvPr id="209" name="Google Shape;209;p17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7"/>
          <p:cNvGrpSpPr/>
          <p:nvPr/>
        </p:nvGrpSpPr>
        <p:grpSpPr>
          <a:xfrm>
            <a:off x="9627850" y="2355739"/>
            <a:ext cx="4368067" cy="719567"/>
            <a:chOff x="0" y="-19050"/>
            <a:chExt cx="1150437" cy="189516"/>
          </a:xfrm>
        </p:grpSpPr>
        <p:sp>
          <p:nvSpPr>
            <p:cNvPr id="212" name="Google Shape;212;p17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1084414" y="6990138"/>
            <a:ext cx="4368067" cy="719567"/>
            <a:chOff x="0" y="-19050"/>
            <a:chExt cx="1150437" cy="189516"/>
          </a:xfrm>
        </p:grpSpPr>
        <p:sp>
          <p:nvSpPr>
            <p:cNvPr id="215" name="Google Shape;215;p17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1850875" y="7937940"/>
            <a:ext cx="828368" cy="847783"/>
            <a:chOff x="0" y="-19050"/>
            <a:chExt cx="812800" cy="831850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7"/>
          <p:cNvGrpSpPr/>
          <p:nvPr/>
        </p:nvGrpSpPr>
        <p:grpSpPr>
          <a:xfrm>
            <a:off x="2804835" y="7937940"/>
            <a:ext cx="828368" cy="847783"/>
            <a:chOff x="0" y="-19050"/>
            <a:chExt cx="812800" cy="831850"/>
          </a:xfrm>
        </p:grpSpPr>
        <p:sp>
          <p:nvSpPr>
            <p:cNvPr id="221" name="Google Shape;22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7"/>
          <p:cNvGrpSpPr/>
          <p:nvPr/>
        </p:nvGrpSpPr>
        <p:grpSpPr>
          <a:xfrm>
            <a:off x="3758794" y="7937940"/>
            <a:ext cx="828368" cy="847783"/>
            <a:chOff x="0" y="-19050"/>
            <a:chExt cx="812800" cy="831850"/>
          </a:xfrm>
        </p:grpSpPr>
        <p:sp>
          <p:nvSpPr>
            <p:cNvPr id="224" name="Google Shape;22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E680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7"/>
          <p:cNvSpPr/>
          <p:nvPr/>
        </p:nvSpPr>
        <p:spPr>
          <a:xfrm>
            <a:off x="10114458" y="6929633"/>
            <a:ext cx="1275822" cy="1275822"/>
          </a:xfrm>
          <a:custGeom>
            <a:rect b="b" l="l" r="r" t="t"/>
            <a:pathLst>
              <a:path extrusionOk="0" h="1275822" w="1275822">
                <a:moveTo>
                  <a:pt x="0" y="0"/>
                </a:moveTo>
                <a:lnTo>
                  <a:pt x="1275822" y="0"/>
                </a:lnTo>
                <a:lnTo>
                  <a:pt x="1275822" y="1275822"/>
                </a:lnTo>
                <a:lnTo>
                  <a:pt x="0" y="1275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27" name="Google Shape;227;p17"/>
          <p:cNvSpPr/>
          <p:nvPr/>
        </p:nvSpPr>
        <p:spPr>
          <a:xfrm>
            <a:off x="12139004" y="6878849"/>
            <a:ext cx="1049769" cy="1324250"/>
          </a:xfrm>
          <a:custGeom>
            <a:rect b="b" l="l" r="r" t="t"/>
            <a:pathLst>
              <a:path extrusionOk="0" h="1324250" w="1049769">
                <a:moveTo>
                  <a:pt x="0" y="0"/>
                </a:moveTo>
                <a:lnTo>
                  <a:pt x="1049769" y="0"/>
                </a:lnTo>
                <a:lnTo>
                  <a:pt x="1049769" y="1324250"/>
                </a:lnTo>
                <a:lnTo>
                  <a:pt x="0" y="1324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28" name="Google Shape;228;p17"/>
          <p:cNvSpPr/>
          <p:nvPr/>
        </p:nvSpPr>
        <p:spPr>
          <a:xfrm>
            <a:off x="7287829" y="4848304"/>
            <a:ext cx="1434694" cy="1398175"/>
          </a:xfrm>
          <a:custGeom>
            <a:rect b="b" l="l" r="r" t="t"/>
            <a:pathLst>
              <a:path extrusionOk="0" h="1398175" w="1434694">
                <a:moveTo>
                  <a:pt x="0" y="0"/>
                </a:moveTo>
                <a:lnTo>
                  <a:pt x="1434694" y="0"/>
                </a:lnTo>
                <a:lnTo>
                  <a:pt x="1434694" y="1398175"/>
                </a:lnTo>
                <a:lnTo>
                  <a:pt x="0" y="1398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29" name="Google Shape;229;p17"/>
          <p:cNvSpPr/>
          <p:nvPr/>
        </p:nvSpPr>
        <p:spPr>
          <a:xfrm>
            <a:off x="9145264" y="4977833"/>
            <a:ext cx="1240622" cy="1139117"/>
          </a:xfrm>
          <a:custGeom>
            <a:rect b="b" l="l" r="r" t="t"/>
            <a:pathLst>
              <a:path extrusionOk="0" h="1139117" w="1240622">
                <a:moveTo>
                  <a:pt x="0" y="0"/>
                </a:moveTo>
                <a:lnTo>
                  <a:pt x="1240622" y="0"/>
                </a:lnTo>
                <a:lnTo>
                  <a:pt x="1240622" y="1139116"/>
                </a:lnTo>
                <a:lnTo>
                  <a:pt x="0" y="11391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30" name="Google Shape;230;p17"/>
          <p:cNvSpPr/>
          <p:nvPr/>
        </p:nvSpPr>
        <p:spPr>
          <a:xfrm>
            <a:off x="10808626" y="4823250"/>
            <a:ext cx="1266589" cy="1448283"/>
          </a:xfrm>
          <a:custGeom>
            <a:rect b="b" l="l" r="r" t="t"/>
            <a:pathLst>
              <a:path extrusionOk="0" h="1448283" w="1266589">
                <a:moveTo>
                  <a:pt x="0" y="0"/>
                </a:moveTo>
                <a:lnTo>
                  <a:pt x="1266589" y="0"/>
                </a:lnTo>
                <a:lnTo>
                  <a:pt x="1266589" y="1448282"/>
                </a:lnTo>
                <a:lnTo>
                  <a:pt x="0" y="144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31" name="Google Shape;231;p17"/>
          <p:cNvSpPr/>
          <p:nvPr/>
        </p:nvSpPr>
        <p:spPr>
          <a:xfrm>
            <a:off x="12497956" y="4842276"/>
            <a:ext cx="1107672" cy="1410231"/>
          </a:xfrm>
          <a:custGeom>
            <a:rect b="b" l="l" r="r" t="t"/>
            <a:pathLst>
              <a:path extrusionOk="0" h="1410231" w="1107672">
                <a:moveTo>
                  <a:pt x="0" y="0"/>
                </a:moveTo>
                <a:lnTo>
                  <a:pt x="1107672" y="0"/>
                </a:lnTo>
                <a:lnTo>
                  <a:pt x="1107672" y="1410230"/>
                </a:lnTo>
                <a:lnTo>
                  <a:pt x="0" y="14102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32" name="Google Shape;232;p17"/>
          <p:cNvSpPr/>
          <p:nvPr/>
        </p:nvSpPr>
        <p:spPr>
          <a:xfrm>
            <a:off x="14028369" y="4848304"/>
            <a:ext cx="1243105" cy="1398175"/>
          </a:xfrm>
          <a:custGeom>
            <a:rect b="b" l="l" r="r" t="t"/>
            <a:pathLst>
              <a:path extrusionOk="0" h="1398175" w="1243105">
                <a:moveTo>
                  <a:pt x="0" y="0"/>
                </a:moveTo>
                <a:lnTo>
                  <a:pt x="1243104" y="0"/>
                </a:lnTo>
                <a:lnTo>
                  <a:pt x="1243104" y="1398175"/>
                </a:lnTo>
                <a:lnTo>
                  <a:pt x="0" y="1398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33" name="Google Shape;233;p17"/>
          <p:cNvSpPr/>
          <p:nvPr/>
        </p:nvSpPr>
        <p:spPr>
          <a:xfrm>
            <a:off x="15694214" y="4929967"/>
            <a:ext cx="1219132" cy="1234848"/>
          </a:xfrm>
          <a:custGeom>
            <a:rect b="b" l="l" r="r" t="t"/>
            <a:pathLst>
              <a:path extrusionOk="0" h="1234848" w="1219132">
                <a:moveTo>
                  <a:pt x="0" y="0"/>
                </a:moveTo>
                <a:lnTo>
                  <a:pt x="1219132" y="0"/>
                </a:lnTo>
                <a:lnTo>
                  <a:pt x="1219132" y="1234848"/>
                </a:lnTo>
                <a:lnTo>
                  <a:pt x="0" y="1234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34" name="Google Shape;234;p17"/>
          <p:cNvSpPr txBox="1"/>
          <p:nvPr/>
        </p:nvSpPr>
        <p:spPr>
          <a:xfrm>
            <a:off x="1177805" y="3323100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quyidagi bepul shriftlardan foydalanadi: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1120864" y="6412736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shriftlarni internetdan ham topishingiz mumkin.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1693180" y="3995288"/>
            <a:ext cx="31506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AMIKO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OSTSARLAVHALAR: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AMIKO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MATN: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AMIKO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1594322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#FFFFFF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2548281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#000000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3502240" y="8925834"/>
            <a:ext cx="1341476" cy="1832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#FFE680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 taqdimotingizda ushbu dizayn resurslaridan foydalaning.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11651615" y="9777291"/>
            <a:ext cx="59169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000000"/>
                </a:solidFill>
              </a:rPr>
              <a:t>TAQDIM ETISHDAN OLDIN USHBU SAHIFANI Oʻ⁠CHIRIB TASHLASHNI UNUTMANG.</a:t>
            </a:r>
            <a:endParaRPr b="1"/>
          </a:p>
        </p:txBody>
      </p:sp>
      <p:sp>
        <p:nvSpPr>
          <p:cNvPr id="242" name="Google Shape;242;p17"/>
          <p:cNvSpPr txBox="1"/>
          <p:nvPr/>
        </p:nvSpPr>
        <p:spPr>
          <a:xfrm>
            <a:off x="5469973" y="543899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35" u="none" cap="none" strike="noStrike">
                <a:solidFill>
                  <a:srgbClr val="000000"/>
                </a:solidFill>
              </a:rPr>
              <a:t>RESURSLAR SAHIFASI</a:t>
            </a:r>
            <a:endParaRPr b="1"/>
          </a:p>
        </p:txBody>
      </p:sp>
      <p:sp>
        <p:nvSpPr>
          <p:cNvPr id="243" name="Google Shape;243;p17"/>
          <p:cNvSpPr txBox="1"/>
          <p:nvPr/>
        </p:nvSpPr>
        <p:spPr>
          <a:xfrm>
            <a:off x="1693180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7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Shriftlar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10236615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9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Dizayn elementlari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1693180" y="715797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56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Ranglar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68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 quyidagilar tufayli barchaga bepul taqdim etiladi: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7108732" y="8097956"/>
            <a:ext cx="407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5" u="none" cap="none" strike="noStrike">
                <a:solidFill>
                  <a:srgbClr val="000000"/>
                </a:solidFill>
              </a:rPr>
              <a:t>Ijodiy omad tilaymiz!</a:t>
            </a:r>
            <a:endParaRPr b="1" i="1"/>
          </a:p>
        </p:txBody>
      </p:sp>
      <p:sp>
        <p:nvSpPr>
          <p:cNvPr id="252" name="Google Shape;252;p18"/>
          <p:cNvSpPr txBox="1"/>
          <p:nvPr/>
        </p:nvSpPr>
        <p:spPr>
          <a:xfrm>
            <a:off x="4210005" y="5120045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taqdimot shabloni uchun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4210005" y="6855261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fotosuratlar uchun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5469973" y="1703314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29" u="none" cap="none" strike="noStrike">
                <a:solidFill>
                  <a:srgbClr val="000000"/>
                </a:solidFill>
              </a:rPr>
              <a:t>MINNATDORCHILIK</a:t>
            </a:r>
            <a:endParaRPr b="1"/>
          </a:p>
        </p:txBody>
      </p:sp>
      <p:sp>
        <p:nvSpPr>
          <p:cNvPr id="255" name="Google Shape;255;p18"/>
          <p:cNvSpPr txBox="1"/>
          <p:nvPr/>
        </p:nvSpPr>
        <p:spPr>
          <a:xfrm>
            <a:off x="6110027" y="6122794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6731779" y="3713372"/>
            <a:ext cx="4824443" cy="1206111"/>
          </a:xfrm>
          <a:custGeom>
            <a:rect b="b" l="l" r="r" t="t"/>
            <a:pathLst>
              <a:path extrusionOk="0" h="1206111" w="4824443">
                <a:moveTo>
                  <a:pt x="0" y="0"/>
                </a:moveTo>
                <a:lnTo>
                  <a:pt x="4824442" y="0"/>
                </a:lnTo>
                <a:lnTo>
                  <a:pt x="4824442" y="1206110"/>
                </a:lnTo>
                <a:lnTo>
                  <a:pt x="0" y="1206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