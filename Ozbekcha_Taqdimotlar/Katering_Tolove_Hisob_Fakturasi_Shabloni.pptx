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10693400" cx="7556500"/>
  <p:notesSz cx="6858000" cy="9144000"/>
  <p:embeddedFontLst>
    <p:embeddedFont>
      <p:font typeface="Antic Didone"/>
      <p:regular r:id="rId9"/>
    </p:embeddedFont>
    <p:embeddedFont>
      <p:font typeface="La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AnticDidone-regular.fntdata"/><Relationship Id="rId10" Type="http://schemas.openxmlformats.org/officeDocument/2006/relationships/font" Target="fonts/Lato-regular.fntdata"/><Relationship Id="rId11" Type="http://schemas.openxmlformats.org/officeDocument/2006/relationships/font" Target="fonts/Lato-bold.fntdata"/><Relationship Id="rId12" Type="http://schemas.openxmlformats.org/officeDocument/2006/relationships/font" Target="fonts/Lato-italic.fntdata"/><Relationship Id="rId13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86475" y="4882644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body"/>
          </p:nvPr>
        </p:nvSpPr>
        <p:spPr>
          <a:xfrm>
            <a:off x="2573838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3" type="body"/>
          </p:nvPr>
        </p:nvSpPr>
        <p:spPr>
          <a:xfrm>
            <a:off x="3493338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4" type="body"/>
          </p:nvPr>
        </p:nvSpPr>
        <p:spPr>
          <a:xfrm>
            <a:off x="4368863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5" type="body"/>
          </p:nvPr>
        </p:nvSpPr>
        <p:spPr>
          <a:xfrm>
            <a:off x="386475" y="4411991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6" type="body"/>
          </p:nvPr>
        </p:nvSpPr>
        <p:spPr>
          <a:xfrm>
            <a:off x="2551850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7" type="body"/>
          </p:nvPr>
        </p:nvSpPr>
        <p:spPr>
          <a:xfrm>
            <a:off x="3471350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8" type="body"/>
          </p:nvPr>
        </p:nvSpPr>
        <p:spPr>
          <a:xfrm>
            <a:off x="4346875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9" type="body"/>
          </p:nvPr>
        </p:nvSpPr>
        <p:spPr>
          <a:xfrm>
            <a:off x="386475" y="3964706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13" type="pic"/>
          </p:nvPr>
        </p:nvSpPr>
        <p:spPr>
          <a:xfrm>
            <a:off x="0" y="8773200"/>
            <a:ext cx="7556400" cy="19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/>
        </p:nvSpPr>
        <p:spPr>
          <a:xfrm rot="5400000">
            <a:off x="5297371" y="4762050"/>
            <a:ext cx="31164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99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INVOICE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3329516"/>
            <a:ext cx="5382121" cy="331089"/>
          </a:xfrm>
          <a:custGeom>
            <a:rect b="b" l="l" r="r" t="t"/>
            <a:pathLst>
              <a:path extrusionOk="0" h="152400" w="2477386">
                <a:moveTo>
                  <a:pt x="0" y="0"/>
                </a:moveTo>
                <a:lnTo>
                  <a:pt x="2477386" y="0"/>
                </a:lnTo>
                <a:lnTo>
                  <a:pt x="247738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6DEA8">
              <a:alpha val="89800"/>
            </a:srgbClr>
          </a:solidFill>
          <a:ln>
            <a:noFill/>
          </a:ln>
        </p:spPr>
      </p:sp>
      <p:cxnSp>
        <p:nvCxnSpPr>
          <p:cNvPr id="26" name="Google Shape;26;p3"/>
          <p:cNvCxnSpPr/>
          <p:nvPr/>
        </p:nvCxnSpPr>
        <p:spPr>
          <a:xfrm>
            <a:off x="6746831" y="0"/>
            <a:ext cx="0" cy="293400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5029474" y="8196796"/>
            <a:ext cx="2045400" cy="0"/>
          </a:xfrm>
          <a:prstGeom prst="straightConnector1">
            <a:avLst/>
          </a:prstGeom>
          <a:noFill/>
          <a:ln cap="flat" cmpd="sng" w="9525">
            <a:solidFill>
              <a:srgbClr val="3231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 txBox="1"/>
          <p:nvPr>
            <p:ph idx="14" type="body"/>
          </p:nvPr>
        </p:nvSpPr>
        <p:spPr>
          <a:xfrm>
            <a:off x="386475" y="7980625"/>
            <a:ext cx="40101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386475" y="7745725"/>
            <a:ext cx="2865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6" type="body"/>
          </p:nvPr>
        </p:nvSpPr>
        <p:spPr>
          <a:xfrm>
            <a:off x="386475" y="7030850"/>
            <a:ext cx="40101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 rtl="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 rtl="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rtl="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 rtl="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386475" y="6795950"/>
            <a:ext cx="2865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5052725" y="8279825"/>
            <a:ext cx="20454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4036425" y="6476325"/>
            <a:ext cx="8307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3125300" y="6476325"/>
            <a:ext cx="8307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21" type="body"/>
          </p:nvPr>
        </p:nvSpPr>
        <p:spPr>
          <a:xfrm>
            <a:off x="386475" y="5823950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22" type="body"/>
          </p:nvPr>
        </p:nvSpPr>
        <p:spPr>
          <a:xfrm>
            <a:off x="386475" y="5353297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23" type="body"/>
          </p:nvPr>
        </p:nvSpPr>
        <p:spPr>
          <a:xfrm>
            <a:off x="2447075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24" type="body"/>
          </p:nvPr>
        </p:nvSpPr>
        <p:spPr>
          <a:xfrm>
            <a:off x="3366575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25" type="body"/>
          </p:nvPr>
        </p:nvSpPr>
        <p:spPr>
          <a:xfrm>
            <a:off x="4242100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26" type="body"/>
          </p:nvPr>
        </p:nvSpPr>
        <p:spPr>
          <a:xfrm>
            <a:off x="2666338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27" type="body"/>
          </p:nvPr>
        </p:nvSpPr>
        <p:spPr>
          <a:xfrm>
            <a:off x="3585838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28" type="body"/>
          </p:nvPr>
        </p:nvSpPr>
        <p:spPr>
          <a:xfrm>
            <a:off x="4461363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29" type="body"/>
          </p:nvPr>
        </p:nvSpPr>
        <p:spPr>
          <a:xfrm>
            <a:off x="2705975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30" type="body"/>
          </p:nvPr>
        </p:nvSpPr>
        <p:spPr>
          <a:xfrm>
            <a:off x="3625475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31" type="body"/>
          </p:nvPr>
        </p:nvSpPr>
        <p:spPr>
          <a:xfrm>
            <a:off x="4501000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32" type="body"/>
          </p:nvPr>
        </p:nvSpPr>
        <p:spPr>
          <a:xfrm>
            <a:off x="462675" y="3376043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33" type="body"/>
          </p:nvPr>
        </p:nvSpPr>
        <p:spPr>
          <a:xfrm>
            <a:off x="2420750" y="3376025"/>
            <a:ext cx="830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34" type="body"/>
          </p:nvPr>
        </p:nvSpPr>
        <p:spPr>
          <a:xfrm>
            <a:off x="3409950" y="3376025"/>
            <a:ext cx="7452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35" type="body"/>
          </p:nvPr>
        </p:nvSpPr>
        <p:spPr>
          <a:xfrm>
            <a:off x="4396575" y="3376025"/>
            <a:ext cx="7452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36" type="body"/>
          </p:nvPr>
        </p:nvSpPr>
        <p:spPr>
          <a:xfrm>
            <a:off x="609600" y="2623175"/>
            <a:ext cx="2641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51" name="Google Shape;51;p3"/>
          <p:cNvSpPr txBox="1"/>
          <p:nvPr>
            <p:ph idx="37" type="body"/>
          </p:nvPr>
        </p:nvSpPr>
        <p:spPr>
          <a:xfrm>
            <a:off x="609600" y="2955913"/>
            <a:ext cx="2641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 rtl="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 rtl="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rtl="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 rtl="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52" name="Google Shape;52;p3"/>
          <p:cNvSpPr txBox="1"/>
          <p:nvPr>
            <p:ph idx="38" type="subTitle"/>
          </p:nvPr>
        </p:nvSpPr>
        <p:spPr>
          <a:xfrm>
            <a:off x="609600" y="2366000"/>
            <a:ext cx="2190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500"/>
              <a:buFont typeface="Antic Didone"/>
              <a:buNone/>
              <a:defRPr sz="15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39" type="body"/>
          </p:nvPr>
        </p:nvSpPr>
        <p:spPr>
          <a:xfrm>
            <a:off x="609600" y="2204075"/>
            <a:ext cx="1724100" cy="1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640"/>
              </a:spcBef>
              <a:spcAft>
                <a:spcPts val="0"/>
              </a:spcAft>
              <a:buSzPts val="1200"/>
              <a:buChar char="•"/>
              <a:defRPr/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type="title"/>
          </p:nvPr>
        </p:nvSpPr>
        <p:spPr>
          <a:xfrm>
            <a:off x="552450" y="1223000"/>
            <a:ext cx="4314600" cy="8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40" type="body"/>
          </p:nvPr>
        </p:nvSpPr>
        <p:spPr>
          <a:xfrm>
            <a:off x="609600" y="842000"/>
            <a:ext cx="1205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41" type="subTitle"/>
          </p:nvPr>
        </p:nvSpPr>
        <p:spPr>
          <a:xfrm>
            <a:off x="609600" y="603875"/>
            <a:ext cx="11676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42" type="body"/>
          </p:nvPr>
        </p:nvSpPr>
        <p:spPr>
          <a:xfrm>
            <a:off x="2420750" y="834350"/>
            <a:ext cx="1205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43" type="subTitle"/>
          </p:nvPr>
        </p:nvSpPr>
        <p:spPr>
          <a:xfrm>
            <a:off x="2420750" y="596225"/>
            <a:ext cx="11676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1" name="Google Shape;10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7" name="Google Shape;10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  <a:defRPr b="1" i="0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•"/>
              <a:defRPr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–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–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»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52624"/>
            <a:ext cx="7556501" cy="196225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 rot="5400000">
            <a:off x="5245830" y="4710411"/>
            <a:ext cx="3116302" cy="99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HISOB-FAKTURA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06330" y="1102932"/>
            <a:ext cx="4775886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79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[KOMPANIYA NOMI]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0" y="3329516"/>
            <a:ext cx="5382216" cy="331095"/>
          </a:xfrm>
          <a:custGeom>
            <a:rect b="b" l="l" r="r" t="t"/>
            <a:pathLst>
              <a:path extrusionOk="0" h="152400" w="2477386">
                <a:moveTo>
                  <a:pt x="0" y="0"/>
                </a:moveTo>
                <a:lnTo>
                  <a:pt x="2477386" y="0"/>
                </a:lnTo>
                <a:lnTo>
                  <a:pt x="247738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6DEA8">
              <a:alpha val="89803"/>
            </a:srgbClr>
          </a:solidFill>
          <a:ln>
            <a:noFill/>
          </a:ln>
        </p:spPr>
        <p:txBody>
          <a:bodyPr wrap="square"/>
          <a:p/>
        </p:txBody>
      </p:sp>
      <p:sp>
        <p:nvSpPr>
          <p:cNvPr id="132" name="Google Shape;132;p14"/>
          <p:cNvSpPr txBox="1"/>
          <p:nvPr/>
        </p:nvSpPr>
        <p:spPr>
          <a:xfrm>
            <a:off x="593326" y="571675"/>
            <a:ext cx="101514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Hisob-faktura raqami: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2095388" y="571675"/>
            <a:ext cx="1029879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1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To'lov muddati: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2095388" y="783460"/>
            <a:ext cx="1379013" cy="1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24 November, 2025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93326" y="783460"/>
            <a:ext cx="1015145" cy="1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#123456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93668" y="2065775"/>
            <a:ext cx="1670823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Hisob-faktura oluvchi: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93668" y="2284283"/>
            <a:ext cx="2112426" cy="26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Kompaniya nomini qo'shing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93326" y="3922854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bandni qo'shing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3275123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148518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2355633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593326" y="4425265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bandni qo'shing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3275123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148518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2355633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93326" y="492767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bandni qo'shing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275123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148518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2355633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274773" y="3384867"/>
            <a:ext cx="61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Narxi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041093" y="3384867"/>
            <a:ext cx="8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Jami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2355283" y="3384867"/>
            <a:ext cx="61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4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Soni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93318" y="3384867"/>
            <a:ext cx="155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Xizmat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550823" y="7102991"/>
            <a:ext cx="185852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4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Bank nomi: Bank nomini qo'shing Bank hisobvarag'i: 1234567890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550823" y="6826961"/>
            <a:ext cx="1858527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6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To'lov ma'lumotlari: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4037375" y="6442852"/>
            <a:ext cx="834692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$550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2867903" y="6442852"/>
            <a:ext cx="912097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Jami: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550823" y="7900568"/>
            <a:ext cx="3903899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culpa ea sunt consequat velit ex ullamco commodo mollit consectetur ipsum magna enim amet elit elit mollit eu occaecat aute occaecat esse velit sint ullamco dolor consequat sint.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550823" y="7652033"/>
            <a:ext cx="2353742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Foydalanish shartlari:</a:t>
            </a:r>
            <a:endParaRPr/>
          </a:p>
        </p:txBody>
      </p:sp>
      <p:cxnSp>
        <p:nvCxnSpPr>
          <p:cNvPr id="160" name="Google Shape;160;p14"/>
          <p:cNvCxnSpPr/>
          <p:nvPr/>
        </p:nvCxnSpPr>
        <p:spPr>
          <a:xfrm>
            <a:off x="6746831" y="0"/>
            <a:ext cx="0" cy="2933911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4"/>
          <p:cNvSpPr txBox="1"/>
          <p:nvPr/>
        </p:nvSpPr>
        <p:spPr>
          <a:xfrm>
            <a:off x="593668" y="539249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bandni qo'shing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3275465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4148860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2355975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593668" y="585731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bandni qo'shing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3275465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4148860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2355975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93326" y="2833581"/>
            <a:ext cx="266142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hello@reallygreatsite.com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593326" y="2613871"/>
            <a:ext cx="266142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123 Anywhere St., Any City, ST 12345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3091252" y="6168032"/>
            <a:ext cx="688748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5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Soliq: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4212063" y="6158507"/>
            <a:ext cx="489384" cy="17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$50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127398" y="8280299"/>
            <a:ext cx="1849536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Ism va imzo</a:t>
            </a:r>
            <a:endParaRPr/>
          </a:p>
        </p:txBody>
      </p:sp>
      <p:cxnSp>
        <p:nvCxnSpPr>
          <p:cNvPr id="174" name="Google Shape;174;p14"/>
          <p:cNvCxnSpPr/>
          <p:nvPr/>
        </p:nvCxnSpPr>
        <p:spPr>
          <a:xfrm>
            <a:off x="5029474" y="8196796"/>
            <a:ext cx="2045384" cy="0"/>
          </a:xfrm>
          <a:prstGeom prst="straightConnector1">
            <a:avLst/>
          </a:prstGeom>
          <a:noFill/>
          <a:ln cap="flat" cmpd="sng" w="9525">
            <a:solidFill>
              <a:srgbClr val="3231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5"/>
          <p:cNvGrpSpPr/>
          <p:nvPr/>
        </p:nvGrpSpPr>
        <p:grpSpPr>
          <a:xfrm>
            <a:off x="2810442" y="3543041"/>
            <a:ext cx="1959943" cy="404005"/>
            <a:chOff x="0" y="-66675"/>
            <a:chExt cx="1150437" cy="237141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 txBox="1"/>
            <p:nvPr/>
          </p:nvSpPr>
          <p:spPr>
            <a:xfrm>
              <a:off x="0" y="-66675"/>
              <a:ext cx="1150437" cy="23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5"/>
          <p:cNvGrpSpPr/>
          <p:nvPr/>
        </p:nvGrpSpPr>
        <p:grpSpPr>
          <a:xfrm>
            <a:off x="2789615" y="7710930"/>
            <a:ext cx="1959943" cy="404005"/>
            <a:chOff x="0" y="-66675"/>
            <a:chExt cx="1150437" cy="237141"/>
          </a:xfrm>
        </p:grpSpPr>
        <p:sp>
          <p:nvSpPr>
            <p:cNvPr id="183" name="Google Shape;183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 txBox="1"/>
            <p:nvPr/>
          </p:nvSpPr>
          <p:spPr>
            <a:xfrm>
              <a:off x="0" y="-66675"/>
              <a:ext cx="1150437" cy="23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5"/>
          <p:cNvGrpSpPr/>
          <p:nvPr/>
        </p:nvGrpSpPr>
        <p:grpSpPr>
          <a:xfrm>
            <a:off x="2630801" y="8410210"/>
            <a:ext cx="642018" cy="642018"/>
            <a:chOff x="0" y="0"/>
            <a:chExt cx="812800" cy="812800"/>
          </a:xfrm>
        </p:grpSpPr>
        <p:sp>
          <p:nvSpPr>
            <p:cNvPr id="186" name="Google Shape;18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3425498" y="8410210"/>
            <a:ext cx="642018" cy="642018"/>
            <a:chOff x="0" y="0"/>
            <a:chExt cx="812800" cy="812800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5"/>
          <p:cNvGrpSpPr/>
          <p:nvPr/>
        </p:nvGrpSpPr>
        <p:grpSpPr>
          <a:xfrm>
            <a:off x="4266355" y="8410210"/>
            <a:ext cx="642018" cy="642018"/>
            <a:chOff x="0" y="0"/>
            <a:chExt cx="812800" cy="812800"/>
          </a:xfrm>
        </p:grpSpPr>
        <p:sp>
          <p:nvSpPr>
            <p:cNvPr id="192" name="Google Shape;19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5"/>
          <p:cNvSpPr txBox="1"/>
          <p:nvPr/>
        </p:nvSpPr>
        <p:spPr>
          <a:xfrm>
            <a:off x="1801156" y="2662222"/>
            <a:ext cx="3978515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dizayn resurslaridan Canva shabloningizda foydalaning.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854621" y="1725935"/>
            <a:ext cx="5850758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1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RESURSLAR SAHIFASI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865138" y="4254550"/>
            <a:ext cx="58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3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shablonda quyidagi bepul shriftlardan foydalanilgan: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552284" y="7258736"/>
            <a:ext cx="44762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shriftlarni internetdan ham topishingiz mumkin.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2132201" y="4827238"/>
            <a:ext cx="32286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Sarlavhalar: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Lato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4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Ost sarlavhalar: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Lato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matn: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Antic Didone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2431961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#323131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3226658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#F6DEA8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4067516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#FFFFFF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3083594" y="3660742"/>
            <a:ext cx="1413639" cy="25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3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Shriftlar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062767" y="7828593"/>
            <a:ext cx="1413639" cy="25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Ranglar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" y="0"/>
            <a:ext cx="7572061" cy="196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6"/>
          <p:cNvGrpSpPr/>
          <p:nvPr/>
        </p:nvGrpSpPr>
        <p:grpSpPr>
          <a:xfrm>
            <a:off x="1719308" y="4216881"/>
            <a:ext cx="4147817" cy="1557239"/>
            <a:chOff x="0" y="-66675"/>
            <a:chExt cx="2434664" cy="91406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2434664" cy="847385"/>
            </a:xfrm>
            <a:custGeom>
              <a:rect b="b" l="l" r="r" t="t"/>
              <a:pathLst>
                <a:path extrusionOk="0" h="847385" w="2434664">
                  <a:moveTo>
                    <a:pt x="14932" y="0"/>
                  </a:moveTo>
                  <a:lnTo>
                    <a:pt x="2419732" y="0"/>
                  </a:lnTo>
                  <a:cubicBezTo>
                    <a:pt x="2423692" y="0"/>
                    <a:pt x="2427490" y="1573"/>
                    <a:pt x="2430290" y="4373"/>
                  </a:cubicBezTo>
                  <a:cubicBezTo>
                    <a:pt x="2433091" y="7174"/>
                    <a:pt x="2434664" y="10972"/>
                    <a:pt x="2434664" y="14932"/>
                  </a:cubicBezTo>
                  <a:lnTo>
                    <a:pt x="2434664" y="832453"/>
                  </a:lnTo>
                  <a:cubicBezTo>
                    <a:pt x="2434664" y="836413"/>
                    <a:pt x="2433091" y="840211"/>
                    <a:pt x="2430290" y="843011"/>
                  </a:cubicBezTo>
                  <a:cubicBezTo>
                    <a:pt x="2427490" y="845812"/>
                    <a:pt x="2423692" y="847385"/>
                    <a:pt x="2419732" y="847385"/>
                  </a:cubicBezTo>
                  <a:lnTo>
                    <a:pt x="14932" y="847385"/>
                  </a:lnTo>
                  <a:cubicBezTo>
                    <a:pt x="10972" y="847385"/>
                    <a:pt x="7174" y="845812"/>
                    <a:pt x="4373" y="843011"/>
                  </a:cubicBezTo>
                  <a:cubicBezTo>
                    <a:pt x="1573" y="840211"/>
                    <a:pt x="0" y="836413"/>
                    <a:pt x="0" y="832453"/>
                  </a:cubicBezTo>
                  <a:lnTo>
                    <a:pt x="0" y="14932"/>
                  </a:lnTo>
                  <a:cubicBezTo>
                    <a:pt x="0" y="10972"/>
                    <a:pt x="1573" y="7174"/>
                    <a:pt x="4373" y="4373"/>
                  </a:cubicBezTo>
                  <a:cubicBezTo>
                    <a:pt x="7174" y="1573"/>
                    <a:pt x="10972" y="0"/>
                    <a:pt x="14932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0" y="-66675"/>
              <a:ext cx="2434664" cy="91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1712700" y="5822422"/>
            <a:ext cx="4147817" cy="1557239"/>
            <a:chOff x="0" y="-66675"/>
            <a:chExt cx="2434664" cy="914060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2434664" cy="847385"/>
            </a:xfrm>
            <a:custGeom>
              <a:rect b="b" l="l" r="r" t="t"/>
              <a:pathLst>
                <a:path extrusionOk="0" h="847385" w="2434664">
                  <a:moveTo>
                    <a:pt x="14932" y="0"/>
                  </a:moveTo>
                  <a:lnTo>
                    <a:pt x="2419732" y="0"/>
                  </a:lnTo>
                  <a:cubicBezTo>
                    <a:pt x="2423692" y="0"/>
                    <a:pt x="2427490" y="1573"/>
                    <a:pt x="2430290" y="4373"/>
                  </a:cubicBezTo>
                  <a:cubicBezTo>
                    <a:pt x="2433091" y="7174"/>
                    <a:pt x="2434664" y="10972"/>
                    <a:pt x="2434664" y="14932"/>
                  </a:cubicBezTo>
                  <a:lnTo>
                    <a:pt x="2434664" y="832453"/>
                  </a:lnTo>
                  <a:cubicBezTo>
                    <a:pt x="2434664" y="836413"/>
                    <a:pt x="2433091" y="840211"/>
                    <a:pt x="2430290" y="843011"/>
                  </a:cubicBezTo>
                  <a:cubicBezTo>
                    <a:pt x="2427490" y="845812"/>
                    <a:pt x="2423692" y="847385"/>
                    <a:pt x="2419732" y="847385"/>
                  </a:cubicBezTo>
                  <a:lnTo>
                    <a:pt x="14932" y="847385"/>
                  </a:lnTo>
                  <a:cubicBezTo>
                    <a:pt x="10972" y="847385"/>
                    <a:pt x="7174" y="845812"/>
                    <a:pt x="4373" y="843011"/>
                  </a:cubicBezTo>
                  <a:cubicBezTo>
                    <a:pt x="1573" y="840211"/>
                    <a:pt x="0" y="836413"/>
                    <a:pt x="0" y="832453"/>
                  </a:cubicBezTo>
                  <a:lnTo>
                    <a:pt x="0" y="14932"/>
                  </a:lnTo>
                  <a:cubicBezTo>
                    <a:pt x="0" y="10972"/>
                    <a:pt x="1573" y="7174"/>
                    <a:pt x="4373" y="4373"/>
                  </a:cubicBezTo>
                  <a:cubicBezTo>
                    <a:pt x="7174" y="1573"/>
                    <a:pt x="10972" y="0"/>
                    <a:pt x="14932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0" y="-66675"/>
              <a:ext cx="2434664" cy="91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2406978" y="6849149"/>
            <a:ext cx="27778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fotosuratlar uchun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1539845" y="2245055"/>
            <a:ext cx="4412395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2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MUALLIFLAR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406188" y="3178505"/>
            <a:ext cx="4760841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shablon quyidagilar tufayli hamma uchun bepul: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2130855" y="8309210"/>
            <a:ext cx="3230376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3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IJODINGIZGA BARAKA!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2043159" y="5406622"/>
            <a:ext cx="350279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shablon uchun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805761" y="6332540"/>
            <a:ext cx="3977587" cy="41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88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Pexels, Pixabay</a:t>
            </a:r>
            <a:endParaRPr/>
          </a:p>
        </p:txBody>
      </p:sp>
      <p:cxnSp>
        <p:nvCxnSpPr>
          <p:cNvPr id="221" name="Google Shape;221;p16"/>
          <p:cNvCxnSpPr/>
          <p:nvPr/>
        </p:nvCxnSpPr>
        <p:spPr>
          <a:xfrm>
            <a:off x="-618855" y="8531142"/>
            <a:ext cx="2749710" cy="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6"/>
          <p:cNvCxnSpPr/>
          <p:nvPr/>
        </p:nvCxnSpPr>
        <p:spPr>
          <a:xfrm>
            <a:off x="5361231" y="8526380"/>
            <a:ext cx="2749710" cy="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3" name="Google Shape;2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7213" y="4500463"/>
            <a:ext cx="2937658" cy="7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tel Catering Invoice Template">
  <a:themeElements>
    <a:clrScheme name="Office">
      <a:dk1>
        <a:srgbClr val="323131"/>
      </a:dk1>
      <a:lt1>
        <a:srgbClr val="FFFFFF"/>
      </a:lt1>
      <a:dk2>
        <a:srgbClr val="F6DEA8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