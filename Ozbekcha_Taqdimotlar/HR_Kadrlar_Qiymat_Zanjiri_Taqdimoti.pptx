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10287000" cx="18288000"/>
  <p:notesSz cx="6858000" cy="9144000"/>
  <p:embeddedFontLst>
    <p:embeddedFont>
      <p:font typeface="Barlow ExtraBold"/>
      <p:bold r:id="rId13"/>
      <p:boldItalic r:id="rId14"/>
    </p:embeddedFont>
    <p:embeddedFont>
      <p:font typeface="Barlow"/>
      <p:regular r:id="rId15"/>
      <p:bold r:id="rId16"/>
      <p:italic r:id="rId17"/>
      <p:boldItalic r:id="rId18"/>
    </p:embeddedFont>
    <p:embeddedFont>
      <p:font typeface="Barlow Black"/>
      <p:bold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font" Target="fonts/BarlowExtraBold-bold.fntdata"/><Relationship Id="rId14" Type="http://schemas.openxmlformats.org/officeDocument/2006/relationships/font" Target="fonts/BarlowExtraBold-boldItalic.fntdata"/><Relationship Id="rId15" Type="http://schemas.openxmlformats.org/officeDocument/2006/relationships/font" Target="fonts/Barlow-regular.fntdata"/><Relationship Id="rId16" Type="http://schemas.openxmlformats.org/officeDocument/2006/relationships/font" Target="fonts/Barlow-bold.fntdata"/><Relationship Id="rId17" Type="http://schemas.openxmlformats.org/officeDocument/2006/relationships/font" Target="fonts/Barlow-italic.fntdata"/><Relationship Id="rId18" Type="http://schemas.openxmlformats.org/officeDocument/2006/relationships/font" Target="fonts/Barlow-boldItalic.fntdata"/><Relationship Id="rId19" Type="http://schemas.openxmlformats.org/officeDocument/2006/relationships/font" Target="fonts/BarlowBlack-bold.fntdata"/><Relationship Id="rId20" Type="http://schemas.openxmlformats.org/officeDocument/2006/relationships/font" Target="fonts/BarlowBlack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1.png"/><Relationship Id="rId4" Type="http://schemas.openxmlformats.org/officeDocument/2006/relationships/image" Target="../media/image16.png"/><Relationship Id="rId5" Type="http://schemas.openxmlformats.org/officeDocument/2006/relationships/image" Target="../media/image2.png"/><Relationship Id="rId6" Type="http://schemas.openxmlformats.org/officeDocument/2006/relationships/image" Target="../media/image1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9756380" y="-928333"/>
            <a:ext cx="7771686" cy="7743426"/>
          </a:xfrm>
          <a:custGeom>
            <a:rect b="b" l="l" r="r" t="t"/>
            <a:pathLst>
              <a:path extrusionOk="0" h="7743426" w="7771686">
                <a:moveTo>
                  <a:pt x="0" y="0"/>
                </a:moveTo>
                <a:lnTo>
                  <a:pt x="7771686" y="0"/>
                </a:lnTo>
                <a:lnTo>
                  <a:pt x="7771686" y="7743426"/>
                </a:lnTo>
                <a:lnTo>
                  <a:pt x="0" y="77434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" name="Google Shape;17;p3"/>
          <p:cNvSpPr/>
          <p:nvPr/>
        </p:nvSpPr>
        <p:spPr>
          <a:xfrm>
            <a:off x="7707893" y="475155"/>
            <a:ext cx="11124714" cy="10131436"/>
          </a:xfrm>
          <a:custGeom>
            <a:rect b="b" l="l" r="r" t="t"/>
            <a:pathLst>
              <a:path extrusionOk="0" h="10131436" w="11124714">
                <a:moveTo>
                  <a:pt x="0" y="0"/>
                </a:moveTo>
                <a:lnTo>
                  <a:pt x="11124713" y="0"/>
                </a:lnTo>
                <a:lnTo>
                  <a:pt x="11124713" y="10131435"/>
                </a:lnTo>
                <a:lnTo>
                  <a:pt x="0" y="101314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" name="Google Shape;18;p3"/>
          <p:cNvSpPr/>
          <p:nvPr/>
        </p:nvSpPr>
        <p:spPr>
          <a:xfrm>
            <a:off x="2366997" y="7319588"/>
            <a:ext cx="5162330" cy="3287002"/>
          </a:xfrm>
          <a:custGeom>
            <a:rect b="b" l="l" r="r" t="t"/>
            <a:pathLst>
              <a:path extrusionOk="0" h="3287002" w="5162330">
                <a:moveTo>
                  <a:pt x="0" y="0"/>
                </a:moveTo>
                <a:lnTo>
                  <a:pt x="5162330" y="0"/>
                </a:lnTo>
                <a:lnTo>
                  <a:pt x="5162330" y="3287002"/>
                </a:lnTo>
                <a:lnTo>
                  <a:pt x="0" y="3287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115489" t="-208213"/>
            </a:stretch>
          </a:blipFill>
          <a:ln>
            <a:noFill/>
          </a:ln>
        </p:spPr>
      </p:sp>
      <p:sp>
        <p:nvSpPr>
          <p:cNvPr id="19" name="Google Shape;19;p3"/>
          <p:cNvSpPr/>
          <p:nvPr/>
        </p:nvSpPr>
        <p:spPr>
          <a:xfrm>
            <a:off x="-2976307" y="7319588"/>
            <a:ext cx="5162330" cy="3287002"/>
          </a:xfrm>
          <a:custGeom>
            <a:rect b="b" l="l" r="r" t="t"/>
            <a:pathLst>
              <a:path extrusionOk="0" h="3287002" w="5162330">
                <a:moveTo>
                  <a:pt x="0" y="0"/>
                </a:moveTo>
                <a:lnTo>
                  <a:pt x="5162329" y="0"/>
                </a:lnTo>
                <a:lnTo>
                  <a:pt x="5162329" y="3287002"/>
                </a:lnTo>
                <a:lnTo>
                  <a:pt x="0" y="3287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115489" t="-208213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">
  <p:cSld name="CUSTOM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-376187" y="-563459"/>
            <a:ext cx="6059555" cy="6037520"/>
          </a:xfrm>
          <a:custGeom>
            <a:rect b="b" l="l" r="r" t="t"/>
            <a:pathLst>
              <a:path extrusionOk="0" h="6037520" w="6059555">
                <a:moveTo>
                  <a:pt x="0" y="0"/>
                </a:moveTo>
                <a:lnTo>
                  <a:pt x="6059555" y="0"/>
                </a:lnTo>
                <a:lnTo>
                  <a:pt x="6059555" y="6037520"/>
                </a:lnTo>
                <a:lnTo>
                  <a:pt x="0" y="60375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12604632" y="-563459"/>
            <a:ext cx="6059555" cy="6037520"/>
          </a:xfrm>
          <a:custGeom>
            <a:rect b="b" l="l" r="r" t="t"/>
            <a:pathLst>
              <a:path extrusionOk="0" h="6037520" w="6059555">
                <a:moveTo>
                  <a:pt x="0" y="0"/>
                </a:moveTo>
                <a:lnTo>
                  <a:pt x="6059555" y="0"/>
                </a:lnTo>
                <a:lnTo>
                  <a:pt x="6059555" y="6037520"/>
                </a:lnTo>
                <a:lnTo>
                  <a:pt x="0" y="60375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" name="Google Shape;23;p4"/>
          <p:cNvSpPr/>
          <p:nvPr/>
        </p:nvSpPr>
        <p:spPr>
          <a:xfrm>
            <a:off x="9144000" y="1969526"/>
            <a:ext cx="10641253" cy="8317474"/>
          </a:xfrm>
          <a:custGeom>
            <a:rect b="b" l="l" r="r" t="t"/>
            <a:pathLst>
              <a:path extrusionOk="0" h="8317474" w="10641253">
                <a:moveTo>
                  <a:pt x="0" y="0"/>
                </a:moveTo>
                <a:lnTo>
                  <a:pt x="10641253" y="0"/>
                </a:lnTo>
                <a:lnTo>
                  <a:pt x="10641253" y="8317474"/>
                </a:lnTo>
                <a:lnTo>
                  <a:pt x="0" y="83174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" name="Google Shape;24;p4"/>
          <p:cNvSpPr/>
          <p:nvPr/>
        </p:nvSpPr>
        <p:spPr>
          <a:xfrm flipH="1">
            <a:off x="-1497253" y="1969526"/>
            <a:ext cx="10641253" cy="8317474"/>
          </a:xfrm>
          <a:custGeom>
            <a:rect b="b" l="l" r="r" t="t"/>
            <a:pathLst>
              <a:path extrusionOk="0" h="8317474" w="10641253">
                <a:moveTo>
                  <a:pt x="10641253" y="0"/>
                </a:moveTo>
                <a:lnTo>
                  <a:pt x="0" y="0"/>
                </a:lnTo>
                <a:lnTo>
                  <a:pt x="0" y="8317474"/>
                </a:lnTo>
                <a:lnTo>
                  <a:pt x="10641253" y="8317474"/>
                </a:lnTo>
                <a:lnTo>
                  <a:pt x="10641253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">
  <p:cSld name="CUSTOM_2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/>
          <p:nvPr/>
        </p:nvSpPr>
        <p:spPr>
          <a:xfrm>
            <a:off x="-887242" y="-1958912"/>
            <a:ext cx="6059555" cy="6037520"/>
          </a:xfrm>
          <a:custGeom>
            <a:rect b="b" l="l" r="r" t="t"/>
            <a:pathLst>
              <a:path extrusionOk="0" h="6037520" w="6059555">
                <a:moveTo>
                  <a:pt x="0" y="0"/>
                </a:moveTo>
                <a:lnTo>
                  <a:pt x="6059555" y="0"/>
                </a:lnTo>
                <a:lnTo>
                  <a:pt x="6059555" y="6037520"/>
                </a:lnTo>
                <a:lnTo>
                  <a:pt x="0" y="60375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" name="Google Shape;27;p5"/>
          <p:cNvSpPr/>
          <p:nvPr/>
        </p:nvSpPr>
        <p:spPr>
          <a:xfrm>
            <a:off x="1153170" y="4297683"/>
            <a:ext cx="2858576" cy="2644336"/>
          </a:xfrm>
          <a:custGeom>
            <a:rect b="b" l="l" r="r" t="t"/>
            <a:pathLst>
              <a:path extrusionOk="0" h="2644336" w="2858576">
                <a:moveTo>
                  <a:pt x="0" y="0"/>
                </a:moveTo>
                <a:lnTo>
                  <a:pt x="2858576" y="0"/>
                </a:lnTo>
                <a:lnTo>
                  <a:pt x="2858576" y="2644336"/>
                </a:lnTo>
                <a:lnTo>
                  <a:pt x="0" y="26443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" name="Google Shape;28;p5"/>
          <p:cNvSpPr/>
          <p:nvPr/>
        </p:nvSpPr>
        <p:spPr>
          <a:xfrm>
            <a:off x="5426103" y="2189068"/>
            <a:ext cx="3227386" cy="3430783"/>
          </a:xfrm>
          <a:custGeom>
            <a:rect b="b" l="l" r="r" t="t"/>
            <a:pathLst>
              <a:path extrusionOk="0" h="3430783" w="3227386">
                <a:moveTo>
                  <a:pt x="0" y="0"/>
                </a:moveTo>
                <a:lnTo>
                  <a:pt x="3227386" y="0"/>
                </a:lnTo>
                <a:lnTo>
                  <a:pt x="3227386" y="3430783"/>
                </a:lnTo>
                <a:lnTo>
                  <a:pt x="0" y="34307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" name="Google Shape;29;p5"/>
          <p:cNvSpPr/>
          <p:nvPr/>
        </p:nvSpPr>
        <p:spPr>
          <a:xfrm>
            <a:off x="10227060" y="1214025"/>
            <a:ext cx="2471011" cy="3272862"/>
          </a:xfrm>
          <a:custGeom>
            <a:rect b="b" l="l" r="r" t="t"/>
            <a:pathLst>
              <a:path extrusionOk="0" h="3272862" w="2471011">
                <a:moveTo>
                  <a:pt x="0" y="0"/>
                </a:moveTo>
                <a:lnTo>
                  <a:pt x="2471011" y="0"/>
                </a:lnTo>
                <a:lnTo>
                  <a:pt x="2471011" y="3272862"/>
                </a:lnTo>
                <a:lnTo>
                  <a:pt x="0" y="32728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" name="Google Shape;30;p5"/>
          <p:cNvSpPr/>
          <p:nvPr/>
        </p:nvSpPr>
        <p:spPr>
          <a:xfrm>
            <a:off x="14396639" y="476351"/>
            <a:ext cx="3044603" cy="2940291"/>
          </a:xfrm>
          <a:custGeom>
            <a:rect b="b" l="l" r="r" t="t"/>
            <a:pathLst>
              <a:path extrusionOk="0" h="2940291" w="3044603">
                <a:moveTo>
                  <a:pt x="0" y="0"/>
                </a:moveTo>
                <a:lnTo>
                  <a:pt x="3044603" y="0"/>
                </a:lnTo>
                <a:lnTo>
                  <a:pt x="3044603" y="2940291"/>
                </a:lnTo>
                <a:lnTo>
                  <a:pt x="0" y="29402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31" name="Google Shape;31;p5"/>
          <p:cNvCxnSpPr/>
          <p:nvPr/>
        </p:nvCxnSpPr>
        <p:spPr>
          <a:xfrm flipH="1" rot="10800000">
            <a:off x="-175850" y="6022775"/>
            <a:ext cx="9539700" cy="1318800"/>
          </a:xfrm>
          <a:prstGeom prst="bentConnector3">
            <a:avLst>
              <a:gd fmla="val 50000" name="adj1"/>
            </a:avLst>
          </a:prstGeom>
          <a:noFill/>
          <a:ln cap="flat" cmpd="sng" w="76200">
            <a:solidFill>
              <a:srgbClr val="7959A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" name="Google Shape;32;p5"/>
          <p:cNvCxnSpPr/>
          <p:nvPr/>
        </p:nvCxnSpPr>
        <p:spPr>
          <a:xfrm flipH="1" rot="10800000">
            <a:off x="9363850" y="3668850"/>
            <a:ext cx="9539700" cy="1318800"/>
          </a:xfrm>
          <a:prstGeom prst="bentConnector3">
            <a:avLst>
              <a:gd fmla="val 50000" name="adj1"/>
            </a:avLst>
          </a:prstGeom>
          <a:noFill/>
          <a:ln cap="flat" cmpd="sng" w="76200">
            <a:solidFill>
              <a:srgbClr val="7959A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" name="Google Shape;33;p5"/>
          <p:cNvCxnSpPr/>
          <p:nvPr/>
        </p:nvCxnSpPr>
        <p:spPr>
          <a:xfrm>
            <a:off x="9363800" y="4948625"/>
            <a:ext cx="0" cy="1110000"/>
          </a:xfrm>
          <a:prstGeom prst="straightConnector1">
            <a:avLst/>
          </a:prstGeom>
          <a:noFill/>
          <a:ln cap="flat" cmpd="sng" w="76200">
            <a:solidFill>
              <a:srgbClr val="7959A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4">
  <p:cSld name="CUSTOM_3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/>
          <p:nvPr/>
        </p:nvSpPr>
        <p:spPr>
          <a:xfrm>
            <a:off x="5964056" y="6867326"/>
            <a:ext cx="5935824" cy="3779507"/>
          </a:xfrm>
          <a:custGeom>
            <a:rect b="b" l="l" r="r" t="t"/>
            <a:pathLst>
              <a:path extrusionOk="0" h="3779507" w="5935824">
                <a:moveTo>
                  <a:pt x="0" y="0"/>
                </a:moveTo>
                <a:lnTo>
                  <a:pt x="5935824" y="0"/>
                </a:lnTo>
                <a:lnTo>
                  <a:pt x="5935824" y="3779507"/>
                </a:lnTo>
                <a:lnTo>
                  <a:pt x="0" y="37795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-115489" t="-208213"/>
            </a:stretch>
          </a:blipFill>
          <a:ln>
            <a:noFill/>
          </a:ln>
        </p:spPr>
      </p:sp>
      <p:sp>
        <p:nvSpPr>
          <p:cNvPr id="36" name="Google Shape;36;p6"/>
          <p:cNvSpPr/>
          <p:nvPr/>
        </p:nvSpPr>
        <p:spPr>
          <a:xfrm>
            <a:off x="-424064" y="6867326"/>
            <a:ext cx="5935824" cy="3779507"/>
          </a:xfrm>
          <a:custGeom>
            <a:rect b="b" l="l" r="r" t="t"/>
            <a:pathLst>
              <a:path extrusionOk="0" h="3779507" w="5935824">
                <a:moveTo>
                  <a:pt x="0" y="0"/>
                </a:moveTo>
                <a:lnTo>
                  <a:pt x="5935824" y="0"/>
                </a:lnTo>
                <a:lnTo>
                  <a:pt x="5935824" y="3779507"/>
                </a:lnTo>
                <a:lnTo>
                  <a:pt x="0" y="37795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-115489" t="-208213"/>
            </a:stretch>
          </a:blipFill>
          <a:ln>
            <a:noFill/>
          </a:ln>
        </p:spPr>
      </p:sp>
      <p:sp>
        <p:nvSpPr>
          <p:cNvPr id="37" name="Google Shape;37;p6"/>
          <p:cNvSpPr/>
          <p:nvPr/>
        </p:nvSpPr>
        <p:spPr>
          <a:xfrm>
            <a:off x="12352176" y="6867326"/>
            <a:ext cx="5935824" cy="3779507"/>
          </a:xfrm>
          <a:custGeom>
            <a:rect b="b" l="l" r="r" t="t"/>
            <a:pathLst>
              <a:path extrusionOk="0" h="3779507" w="5935824">
                <a:moveTo>
                  <a:pt x="0" y="0"/>
                </a:moveTo>
                <a:lnTo>
                  <a:pt x="5935824" y="0"/>
                </a:lnTo>
                <a:lnTo>
                  <a:pt x="5935824" y="3779507"/>
                </a:lnTo>
                <a:lnTo>
                  <a:pt x="0" y="37795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-115489" t="-208213"/>
            </a:stretch>
          </a:blipFill>
          <a:ln>
            <a:noFill/>
          </a:ln>
        </p:spPr>
      </p:sp>
      <p:sp>
        <p:nvSpPr>
          <p:cNvPr id="38" name="Google Shape;38;p6"/>
          <p:cNvSpPr/>
          <p:nvPr/>
        </p:nvSpPr>
        <p:spPr>
          <a:xfrm>
            <a:off x="10687311" y="-1045791"/>
            <a:ext cx="8525129" cy="8494128"/>
          </a:xfrm>
          <a:custGeom>
            <a:rect b="b" l="l" r="r" t="t"/>
            <a:pathLst>
              <a:path extrusionOk="0" h="8494128" w="8525129">
                <a:moveTo>
                  <a:pt x="0" y="0"/>
                </a:moveTo>
                <a:lnTo>
                  <a:pt x="8525129" y="0"/>
                </a:lnTo>
                <a:lnTo>
                  <a:pt x="8525129" y="8494128"/>
                </a:lnTo>
                <a:lnTo>
                  <a:pt x="0" y="84941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" name="Google Shape;39;p6"/>
          <p:cNvSpPr/>
          <p:nvPr/>
        </p:nvSpPr>
        <p:spPr>
          <a:xfrm>
            <a:off x="8284138" y="1328246"/>
            <a:ext cx="9566467" cy="9525585"/>
          </a:xfrm>
          <a:custGeom>
            <a:rect b="b" l="l" r="r" t="t"/>
            <a:pathLst>
              <a:path extrusionOk="0" h="9525585" w="9566467">
                <a:moveTo>
                  <a:pt x="0" y="0"/>
                </a:moveTo>
                <a:lnTo>
                  <a:pt x="9566467" y="0"/>
                </a:lnTo>
                <a:lnTo>
                  <a:pt x="9566467" y="9525585"/>
                </a:lnTo>
                <a:lnTo>
                  <a:pt x="0" y="95255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0" name="Google Shape;40;p6"/>
          <p:cNvGrpSpPr/>
          <p:nvPr/>
        </p:nvGrpSpPr>
        <p:grpSpPr>
          <a:xfrm>
            <a:off x="557004" y="575065"/>
            <a:ext cx="4362216" cy="4362216"/>
            <a:chOff x="0" y="0"/>
            <a:chExt cx="812800" cy="812800"/>
          </a:xfrm>
        </p:grpSpPr>
        <p:sp>
          <p:nvSpPr>
            <p:cNvPr id="41" name="Google Shape;41;p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B96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6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" name="Google Shape;43;p6"/>
          <p:cNvGrpSpPr/>
          <p:nvPr/>
        </p:nvGrpSpPr>
        <p:grpSpPr>
          <a:xfrm>
            <a:off x="5320219" y="575065"/>
            <a:ext cx="4362216" cy="4362216"/>
            <a:chOff x="0" y="0"/>
            <a:chExt cx="812800" cy="812800"/>
          </a:xfrm>
        </p:grpSpPr>
        <p:sp>
          <p:nvSpPr>
            <p:cNvPr id="44" name="Google Shape;44;p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B96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6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" name="Google Shape;46;p6"/>
          <p:cNvGrpSpPr/>
          <p:nvPr/>
        </p:nvGrpSpPr>
        <p:grpSpPr>
          <a:xfrm>
            <a:off x="2820601" y="4896063"/>
            <a:ext cx="4362216" cy="4362216"/>
            <a:chOff x="0" y="0"/>
            <a:chExt cx="812800" cy="812800"/>
          </a:xfrm>
        </p:grpSpPr>
        <p:sp>
          <p:nvSpPr>
            <p:cNvPr id="47" name="Google Shape;47;p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B96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6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5">
  <p:cSld name="CUSTOM_4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7"/>
          <p:cNvGrpSpPr/>
          <p:nvPr/>
        </p:nvGrpSpPr>
        <p:grpSpPr>
          <a:xfrm>
            <a:off x="2791098" y="552900"/>
            <a:ext cx="14633632" cy="6599832"/>
            <a:chOff x="0" y="-47625"/>
            <a:chExt cx="3854100" cy="1738216"/>
          </a:xfrm>
        </p:grpSpPr>
        <p:sp>
          <p:nvSpPr>
            <p:cNvPr id="51" name="Google Shape;51;p7"/>
            <p:cNvSpPr/>
            <p:nvPr/>
          </p:nvSpPr>
          <p:spPr>
            <a:xfrm>
              <a:off x="0" y="0"/>
              <a:ext cx="3854001" cy="1690591"/>
            </a:xfrm>
            <a:custGeom>
              <a:rect b="b" l="l" r="r" t="t"/>
              <a:pathLst>
                <a:path extrusionOk="0" h="1690591" w="3854001">
                  <a:moveTo>
                    <a:pt x="26982" y="0"/>
                  </a:moveTo>
                  <a:lnTo>
                    <a:pt x="3827019" y="0"/>
                  </a:lnTo>
                  <a:cubicBezTo>
                    <a:pt x="3841921" y="0"/>
                    <a:pt x="3854001" y="12080"/>
                    <a:pt x="3854001" y="26982"/>
                  </a:cubicBezTo>
                  <a:lnTo>
                    <a:pt x="3854001" y="1663608"/>
                  </a:lnTo>
                  <a:cubicBezTo>
                    <a:pt x="3854001" y="1670764"/>
                    <a:pt x="3851158" y="1677627"/>
                    <a:pt x="3846098" y="1682688"/>
                  </a:cubicBezTo>
                  <a:cubicBezTo>
                    <a:pt x="3841038" y="1687748"/>
                    <a:pt x="3834175" y="1690591"/>
                    <a:pt x="3827019" y="1690591"/>
                  </a:cubicBezTo>
                  <a:lnTo>
                    <a:pt x="26982" y="1690591"/>
                  </a:lnTo>
                  <a:cubicBezTo>
                    <a:pt x="19826" y="1690591"/>
                    <a:pt x="12963" y="1687748"/>
                    <a:pt x="7903" y="1682688"/>
                  </a:cubicBezTo>
                  <a:cubicBezTo>
                    <a:pt x="2843" y="1677627"/>
                    <a:pt x="0" y="1670764"/>
                    <a:pt x="0" y="1663608"/>
                  </a:cubicBezTo>
                  <a:lnTo>
                    <a:pt x="0" y="26982"/>
                  </a:lnTo>
                  <a:cubicBezTo>
                    <a:pt x="0" y="19826"/>
                    <a:pt x="2843" y="12963"/>
                    <a:pt x="7903" y="7903"/>
                  </a:cubicBezTo>
                  <a:cubicBezTo>
                    <a:pt x="12963" y="2843"/>
                    <a:pt x="19826" y="0"/>
                    <a:pt x="2698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7"/>
            <p:cNvSpPr txBox="1"/>
            <p:nvPr/>
          </p:nvSpPr>
          <p:spPr>
            <a:xfrm>
              <a:off x="0" y="-47625"/>
              <a:ext cx="3854100" cy="17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3" name="Google Shape;53;p7"/>
          <p:cNvSpPr/>
          <p:nvPr/>
        </p:nvSpPr>
        <p:spPr>
          <a:xfrm>
            <a:off x="129033" y="1040877"/>
            <a:ext cx="6041503" cy="5881949"/>
          </a:xfrm>
          <a:custGeom>
            <a:rect b="b" l="l" r="r" t="t"/>
            <a:pathLst>
              <a:path extrusionOk="0" h="5881949" w="6041503">
                <a:moveTo>
                  <a:pt x="0" y="0"/>
                </a:moveTo>
                <a:lnTo>
                  <a:pt x="6041503" y="0"/>
                </a:lnTo>
                <a:lnTo>
                  <a:pt x="6041503" y="5881948"/>
                </a:lnTo>
                <a:lnTo>
                  <a:pt x="0" y="58819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ADFA4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50"/>
            <a:ext cx="13896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Barlow ExtraBold"/>
              <a:buNone/>
              <a:defRPr i="0" sz="6400" u="none" cap="none" strike="noStrike">
                <a:solidFill>
                  <a:schemeClr val="lt1"/>
                </a:solidFill>
                <a:latin typeface="Barlow ExtraBold"/>
                <a:ea typeface="Barlow ExtraBold"/>
                <a:cs typeface="Barlow ExtraBold"/>
                <a:sym typeface="Barlow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Barlow"/>
              <a:buNone/>
              <a:defRPr sz="1800">
                <a:latin typeface="Barlow"/>
                <a:ea typeface="Barlow"/>
                <a:cs typeface="Barlow"/>
                <a:sym typeface="Barl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Barlow"/>
              <a:buNone/>
              <a:defRPr sz="1800">
                <a:latin typeface="Barlow"/>
                <a:ea typeface="Barlow"/>
                <a:cs typeface="Barlow"/>
                <a:sym typeface="Barl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Barlow"/>
              <a:buNone/>
              <a:defRPr sz="1800">
                <a:latin typeface="Barlow"/>
                <a:ea typeface="Barlow"/>
                <a:cs typeface="Barlow"/>
                <a:sym typeface="Barl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Barlow"/>
              <a:buNone/>
              <a:defRPr sz="1800">
                <a:latin typeface="Barlow"/>
                <a:ea typeface="Barlow"/>
                <a:cs typeface="Barlow"/>
                <a:sym typeface="Barl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Barlow"/>
              <a:buNone/>
              <a:defRPr sz="1800">
                <a:latin typeface="Barlow"/>
                <a:ea typeface="Barlow"/>
                <a:cs typeface="Barlow"/>
                <a:sym typeface="Barl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Barlow"/>
              <a:buNone/>
              <a:defRPr sz="1800">
                <a:latin typeface="Barlow"/>
                <a:ea typeface="Barlow"/>
                <a:cs typeface="Barlow"/>
                <a:sym typeface="Barl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Barlow"/>
              <a:buNone/>
              <a:defRPr sz="1800">
                <a:latin typeface="Barlow"/>
                <a:ea typeface="Barlow"/>
                <a:cs typeface="Barlow"/>
                <a:sym typeface="Barl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Barlow"/>
              <a:buNone/>
              <a:defRPr sz="18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8150" lvl="0" marL="457200" marR="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Barlow"/>
              <a:buChar char="•"/>
              <a:defRPr i="0" sz="33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412750" lvl="1" marL="914400" marR="0" rtl="0" algn="l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Barlow"/>
              <a:buChar char="–"/>
              <a:defRPr i="0" sz="29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387350" lvl="2" marL="1371600" marR="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arlow"/>
              <a:buChar char="•"/>
              <a:defRPr i="0" sz="25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361950" lvl="3" marL="1828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arlow"/>
              <a:buChar char="–"/>
              <a:defRPr i="0" sz="21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361950" lvl="4" marL="22860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arlow"/>
              <a:buChar char="»"/>
              <a:defRPr i="0" sz="21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361950" lvl="5" marL="2743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arlow"/>
              <a:buChar char="•"/>
              <a:defRPr i="0" sz="21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361950" lvl="6" marL="3200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arlow"/>
              <a:buChar char="•"/>
              <a:defRPr i="0" sz="21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361950" lvl="7" marL="3657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arlow"/>
              <a:buChar char="•"/>
              <a:defRPr i="0" sz="21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361950" lvl="8" marL="4114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arlow"/>
              <a:buChar char="•"/>
              <a:defRPr i="0" sz="21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21.png"/><Relationship Id="rId5" Type="http://schemas.openxmlformats.org/officeDocument/2006/relationships/image" Target="../media/image16.png"/><Relationship Id="rId6" Type="http://schemas.openxmlformats.org/officeDocument/2006/relationships/image" Target="../media/image2.png"/><Relationship Id="rId7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2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1.png"/><Relationship Id="rId5" Type="http://schemas.openxmlformats.org/officeDocument/2006/relationships/image" Target="../media/image21.png"/><Relationship Id="rId6" Type="http://schemas.openxmlformats.org/officeDocument/2006/relationships/image" Target="../media/image2.png"/><Relationship Id="rId7" Type="http://schemas.openxmlformats.org/officeDocument/2006/relationships/image" Target="../media/image14.png"/><Relationship Id="rId8" Type="http://schemas.openxmlformats.org/officeDocument/2006/relationships/image" Target="../media/image10.png"/><Relationship Id="rId9" Type="http://schemas.openxmlformats.org/officeDocument/2006/relationships/image" Target="../media/image8.png"/><Relationship Id="rId10" Type="http://schemas.openxmlformats.org/officeDocument/2006/relationships/image" Target="../media/image23.png"/><Relationship Id="rId11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ADFA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/>
          <p:nvPr/>
        </p:nvSpPr>
        <p:spPr>
          <a:xfrm>
            <a:off x="9756380" y="-928333"/>
            <a:ext cx="7771686" cy="7743426"/>
          </a:xfrm>
          <a:custGeom>
            <a:rect b="b" l="l" r="r" t="t"/>
            <a:pathLst>
              <a:path extrusionOk="0" h="7743426" w="7771686">
                <a:moveTo>
                  <a:pt x="0" y="0"/>
                </a:moveTo>
                <a:lnTo>
                  <a:pt x="7771686" y="0"/>
                </a:lnTo>
                <a:lnTo>
                  <a:pt x="7771686" y="7743426"/>
                </a:lnTo>
                <a:lnTo>
                  <a:pt x="0" y="77434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59" name="Google Shape;59;p8"/>
          <p:cNvSpPr/>
          <p:nvPr/>
        </p:nvSpPr>
        <p:spPr>
          <a:xfrm>
            <a:off x="7707893" y="475155"/>
            <a:ext cx="11124714" cy="10131436"/>
          </a:xfrm>
          <a:custGeom>
            <a:rect b="b" l="l" r="r" t="t"/>
            <a:pathLst>
              <a:path extrusionOk="0" h="10131436" w="11124714">
                <a:moveTo>
                  <a:pt x="0" y="0"/>
                </a:moveTo>
                <a:lnTo>
                  <a:pt x="11124713" y="0"/>
                </a:lnTo>
                <a:lnTo>
                  <a:pt x="11124713" y="10131435"/>
                </a:lnTo>
                <a:lnTo>
                  <a:pt x="0" y="101314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60" name="Google Shape;60;p8"/>
          <p:cNvSpPr/>
          <p:nvPr/>
        </p:nvSpPr>
        <p:spPr>
          <a:xfrm>
            <a:off x="2366997" y="7319588"/>
            <a:ext cx="5162330" cy="3287002"/>
          </a:xfrm>
          <a:custGeom>
            <a:rect b="b" l="l" r="r" t="t"/>
            <a:pathLst>
              <a:path extrusionOk="0" h="3287002" w="5162330">
                <a:moveTo>
                  <a:pt x="0" y="0"/>
                </a:moveTo>
                <a:lnTo>
                  <a:pt x="5162330" y="0"/>
                </a:lnTo>
                <a:lnTo>
                  <a:pt x="5162330" y="3287002"/>
                </a:lnTo>
                <a:lnTo>
                  <a:pt x="0" y="3287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115494" t="-208223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61" name="Google Shape;61;p8"/>
          <p:cNvSpPr/>
          <p:nvPr/>
        </p:nvSpPr>
        <p:spPr>
          <a:xfrm>
            <a:off x="-2976307" y="7319588"/>
            <a:ext cx="5162330" cy="3287002"/>
          </a:xfrm>
          <a:custGeom>
            <a:rect b="b" l="l" r="r" t="t"/>
            <a:pathLst>
              <a:path extrusionOk="0" h="3287002" w="5162330">
                <a:moveTo>
                  <a:pt x="0" y="0"/>
                </a:moveTo>
                <a:lnTo>
                  <a:pt x="5162329" y="0"/>
                </a:lnTo>
                <a:lnTo>
                  <a:pt x="5162329" y="3287002"/>
                </a:lnTo>
                <a:lnTo>
                  <a:pt x="0" y="3287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115494" t="-208223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62" name="Google Shape;62;p8"/>
          <p:cNvSpPr txBox="1"/>
          <p:nvPr/>
        </p:nvSpPr>
        <p:spPr>
          <a:xfrm>
            <a:off x="1028700" y="2679019"/>
            <a:ext cx="10807525" cy="274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165" u="none" cap="none" strike="noStrike">
                <a:solidFill>
                  <a:srgbClr val="FFFFFF"/>
                </a:solidFill>
                <a:latin typeface="Barlow Black"/>
                <a:ea typeface="Barlow Black"/>
                <a:cs typeface="Barlow Black"/>
                <a:sym typeface="Barlow Black"/>
              </a:rPr>
              <a:t>Qishloq xo'jaligi</a:t>
            </a:r>
            <a:endParaRPr/>
          </a:p>
        </p:txBody>
      </p:sp>
      <p:sp>
        <p:nvSpPr>
          <p:cNvPr id="63" name="Google Shape;63;p8"/>
          <p:cNvSpPr txBox="1"/>
          <p:nvPr/>
        </p:nvSpPr>
        <p:spPr>
          <a:xfrm>
            <a:off x="1028700" y="2242775"/>
            <a:ext cx="79923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780" u="none" cap="none" strike="noStrike">
                <a:solidFill>
                  <a:srgbClr val="0B9672"/>
                </a:solidFill>
                <a:latin typeface="Barlow"/>
                <a:ea typeface="Barlow"/>
                <a:cs typeface="Barlow"/>
                <a:sym typeface="Barlow"/>
              </a:rPr>
              <a:t>QIYMAT ZANJIRI SLAYDLARI</a:t>
            </a:r>
            <a:endParaRPr/>
          </a:p>
        </p:txBody>
      </p:sp>
      <p:sp>
        <p:nvSpPr>
          <p:cNvPr id="64" name="Google Shape;64;p8"/>
          <p:cNvSpPr txBox="1"/>
          <p:nvPr/>
        </p:nvSpPr>
        <p:spPr>
          <a:xfrm>
            <a:off x="1028700" y="5657793"/>
            <a:ext cx="9021300" cy="16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1E1B1A"/>
                </a:solidFill>
                <a:latin typeface="Barlow"/>
                <a:ea typeface="Barlow"/>
                <a:cs typeface="Barlow"/>
                <a:sym typeface="Barlow"/>
              </a:rPr>
              <a:t>Lorem ipsum dolor sit amet, consectetur adipiscing elit, sed do eiusmod tempor incididunt ut labore et dolore magna aliqua.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ADFA4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"/>
          <p:cNvSpPr/>
          <p:nvPr/>
        </p:nvSpPr>
        <p:spPr>
          <a:xfrm>
            <a:off x="-376187" y="-563459"/>
            <a:ext cx="6059555" cy="6037520"/>
          </a:xfrm>
          <a:custGeom>
            <a:rect b="b" l="l" r="r" t="t"/>
            <a:pathLst>
              <a:path extrusionOk="0" h="6037520" w="6059555">
                <a:moveTo>
                  <a:pt x="0" y="0"/>
                </a:moveTo>
                <a:lnTo>
                  <a:pt x="6059555" y="0"/>
                </a:lnTo>
                <a:lnTo>
                  <a:pt x="6059555" y="6037520"/>
                </a:lnTo>
                <a:lnTo>
                  <a:pt x="0" y="60375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70" name="Google Shape;70;p9"/>
          <p:cNvSpPr/>
          <p:nvPr/>
        </p:nvSpPr>
        <p:spPr>
          <a:xfrm>
            <a:off x="12604632" y="-563459"/>
            <a:ext cx="6059555" cy="6037520"/>
          </a:xfrm>
          <a:custGeom>
            <a:rect b="b" l="l" r="r" t="t"/>
            <a:pathLst>
              <a:path extrusionOk="0" h="6037520" w="6059555">
                <a:moveTo>
                  <a:pt x="0" y="0"/>
                </a:moveTo>
                <a:lnTo>
                  <a:pt x="6059555" y="0"/>
                </a:lnTo>
                <a:lnTo>
                  <a:pt x="6059555" y="6037520"/>
                </a:lnTo>
                <a:lnTo>
                  <a:pt x="0" y="60375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71" name="Google Shape;71;p9"/>
          <p:cNvSpPr/>
          <p:nvPr/>
        </p:nvSpPr>
        <p:spPr>
          <a:xfrm>
            <a:off x="9144000" y="1969526"/>
            <a:ext cx="10641253" cy="8317474"/>
          </a:xfrm>
          <a:custGeom>
            <a:rect b="b" l="l" r="r" t="t"/>
            <a:pathLst>
              <a:path extrusionOk="0" h="8317474" w="10641253">
                <a:moveTo>
                  <a:pt x="0" y="0"/>
                </a:moveTo>
                <a:lnTo>
                  <a:pt x="10641253" y="0"/>
                </a:lnTo>
                <a:lnTo>
                  <a:pt x="10641253" y="8317474"/>
                </a:lnTo>
                <a:lnTo>
                  <a:pt x="0" y="83174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72" name="Google Shape;72;p9"/>
          <p:cNvSpPr/>
          <p:nvPr/>
        </p:nvSpPr>
        <p:spPr>
          <a:xfrm flipH="1">
            <a:off x="-1497253" y="1969526"/>
            <a:ext cx="10641253" cy="8317474"/>
          </a:xfrm>
          <a:custGeom>
            <a:rect b="b" l="l" r="r" t="t"/>
            <a:pathLst>
              <a:path extrusionOk="0" h="8317474" w="10641253">
                <a:moveTo>
                  <a:pt x="10641253" y="0"/>
                </a:moveTo>
                <a:lnTo>
                  <a:pt x="0" y="0"/>
                </a:lnTo>
                <a:lnTo>
                  <a:pt x="0" y="8317474"/>
                </a:lnTo>
                <a:lnTo>
                  <a:pt x="10641253" y="8317474"/>
                </a:lnTo>
                <a:lnTo>
                  <a:pt x="10641253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73" name="Google Shape;73;p9"/>
          <p:cNvSpPr txBox="1"/>
          <p:nvPr/>
        </p:nvSpPr>
        <p:spPr>
          <a:xfrm>
            <a:off x="4512480" y="1474226"/>
            <a:ext cx="9263041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400" u="none" cap="none" strike="noStrike">
                <a:solidFill>
                  <a:srgbClr val="FFFFFF"/>
                </a:solidFill>
                <a:latin typeface="Barlow Black"/>
                <a:ea typeface="Barlow Black"/>
                <a:cs typeface="Barlow Black"/>
                <a:sym typeface="Barlow Black"/>
              </a:rPr>
              <a:t>KIRISH</a:t>
            </a:r>
            <a:endParaRPr/>
          </a:p>
        </p:txBody>
      </p:sp>
      <p:sp>
        <p:nvSpPr>
          <p:cNvPr id="74" name="Google Shape;74;p9"/>
          <p:cNvSpPr txBox="1"/>
          <p:nvPr/>
        </p:nvSpPr>
        <p:spPr>
          <a:xfrm>
            <a:off x="6465179" y="2845193"/>
            <a:ext cx="5357700" cy="19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1E1B1A"/>
                </a:solidFill>
                <a:latin typeface="Barlow"/>
                <a:ea typeface="Barlow"/>
                <a:cs typeface="Barlow"/>
                <a:sym typeface="Barlow"/>
              </a:rPr>
              <a:t>Lorem ipsum dolor sit amet, consectetur adipiscing elit, sed do eiusmod tempor incididunt ut labore et dolore magna aliqua.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ADFA4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"/>
          <p:cNvSpPr/>
          <p:nvPr/>
        </p:nvSpPr>
        <p:spPr>
          <a:xfrm>
            <a:off x="5964056" y="6867326"/>
            <a:ext cx="5935824" cy="3779507"/>
          </a:xfrm>
          <a:custGeom>
            <a:rect b="b" l="l" r="r" t="t"/>
            <a:pathLst>
              <a:path extrusionOk="0" h="3779507" w="5935824">
                <a:moveTo>
                  <a:pt x="0" y="0"/>
                </a:moveTo>
                <a:lnTo>
                  <a:pt x="5935824" y="0"/>
                </a:lnTo>
                <a:lnTo>
                  <a:pt x="5935824" y="3779507"/>
                </a:lnTo>
                <a:lnTo>
                  <a:pt x="0" y="37795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115494" t="-208223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80" name="Google Shape;80;p10"/>
          <p:cNvSpPr/>
          <p:nvPr/>
        </p:nvSpPr>
        <p:spPr>
          <a:xfrm>
            <a:off x="-424064" y="6867326"/>
            <a:ext cx="5935824" cy="3779507"/>
          </a:xfrm>
          <a:custGeom>
            <a:rect b="b" l="l" r="r" t="t"/>
            <a:pathLst>
              <a:path extrusionOk="0" h="3779507" w="5935824">
                <a:moveTo>
                  <a:pt x="0" y="0"/>
                </a:moveTo>
                <a:lnTo>
                  <a:pt x="5935824" y="0"/>
                </a:lnTo>
                <a:lnTo>
                  <a:pt x="5935824" y="3779507"/>
                </a:lnTo>
                <a:lnTo>
                  <a:pt x="0" y="37795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115494" t="-208223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81" name="Google Shape;81;p10"/>
          <p:cNvSpPr/>
          <p:nvPr/>
        </p:nvSpPr>
        <p:spPr>
          <a:xfrm>
            <a:off x="12352176" y="6867326"/>
            <a:ext cx="5935824" cy="3779507"/>
          </a:xfrm>
          <a:custGeom>
            <a:rect b="b" l="l" r="r" t="t"/>
            <a:pathLst>
              <a:path extrusionOk="0" h="3779507" w="5935824">
                <a:moveTo>
                  <a:pt x="0" y="0"/>
                </a:moveTo>
                <a:lnTo>
                  <a:pt x="5935824" y="0"/>
                </a:lnTo>
                <a:lnTo>
                  <a:pt x="5935824" y="3779507"/>
                </a:lnTo>
                <a:lnTo>
                  <a:pt x="0" y="37795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115494" t="-208223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82" name="Google Shape;82;p10"/>
          <p:cNvSpPr/>
          <p:nvPr/>
        </p:nvSpPr>
        <p:spPr>
          <a:xfrm>
            <a:off x="10687311" y="-1045791"/>
            <a:ext cx="8525129" cy="8494128"/>
          </a:xfrm>
          <a:custGeom>
            <a:rect b="b" l="l" r="r" t="t"/>
            <a:pathLst>
              <a:path extrusionOk="0" h="8494128" w="8525129">
                <a:moveTo>
                  <a:pt x="0" y="0"/>
                </a:moveTo>
                <a:lnTo>
                  <a:pt x="8525129" y="0"/>
                </a:lnTo>
                <a:lnTo>
                  <a:pt x="8525129" y="8494128"/>
                </a:lnTo>
                <a:lnTo>
                  <a:pt x="0" y="84941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83" name="Google Shape;83;p10"/>
          <p:cNvSpPr/>
          <p:nvPr/>
        </p:nvSpPr>
        <p:spPr>
          <a:xfrm>
            <a:off x="8284138" y="1328246"/>
            <a:ext cx="9566467" cy="9525585"/>
          </a:xfrm>
          <a:custGeom>
            <a:rect b="b" l="l" r="r" t="t"/>
            <a:pathLst>
              <a:path extrusionOk="0" h="9525585" w="9566467">
                <a:moveTo>
                  <a:pt x="0" y="0"/>
                </a:moveTo>
                <a:lnTo>
                  <a:pt x="9566467" y="0"/>
                </a:lnTo>
                <a:lnTo>
                  <a:pt x="9566467" y="9525585"/>
                </a:lnTo>
                <a:lnTo>
                  <a:pt x="0" y="95255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grpSp>
        <p:nvGrpSpPr>
          <p:cNvPr id="84" name="Google Shape;84;p10"/>
          <p:cNvGrpSpPr/>
          <p:nvPr/>
        </p:nvGrpSpPr>
        <p:grpSpPr>
          <a:xfrm>
            <a:off x="557004" y="575065"/>
            <a:ext cx="4362237" cy="4362237"/>
            <a:chOff x="0" y="0"/>
            <a:chExt cx="812800" cy="812800"/>
          </a:xfrm>
        </p:grpSpPr>
        <p:sp>
          <p:nvSpPr>
            <p:cNvPr id="85" name="Google Shape;85;p1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B96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7" name="Google Shape;87;p10"/>
          <p:cNvGrpSpPr/>
          <p:nvPr/>
        </p:nvGrpSpPr>
        <p:grpSpPr>
          <a:xfrm>
            <a:off x="5320219" y="575065"/>
            <a:ext cx="4362237" cy="4362237"/>
            <a:chOff x="0" y="0"/>
            <a:chExt cx="812800" cy="812800"/>
          </a:xfrm>
        </p:grpSpPr>
        <p:sp>
          <p:nvSpPr>
            <p:cNvPr id="88" name="Google Shape;88;p1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B96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0" name="Google Shape;90;p10"/>
          <p:cNvGrpSpPr/>
          <p:nvPr/>
        </p:nvGrpSpPr>
        <p:grpSpPr>
          <a:xfrm>
            <a:off x="2820601" y="4896063"/>
            <a:ext cx="4362237" cy="4362237"/>
            <a:chOff x="0" y="0"/>
            <a:chExt cx="812800" cy="812800"/>
          </a:xfrm>
        </p:grpSpPr>
        <p:sp>
          <p:nvSpPr>
            <p:cNvPr id="91" name="Google Shape;91;p1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B96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3" name="Google Shape;93;p10"/>
          <p:cNvSpPr txBox="1"/>
          <p:nvPr/>
        </p:nvSpPr>
        <p:spPr>
          <a:xfrm>
            <a:off x="1570720" y="1222353"/>
            <a:ext cx="2334805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FCE064"/>
                </a:solidFill>
                <a:latin typeface="Barlow Black"/>
                <a:ea typeface="Barlow Black"/>
                <a:cs typeface="Barlow Black"/>
                <a:sym typeface="Barlow Black"/>
              </a:rPr>
              <a:t>55%</a:t>
            </a:r>
            <a:endParaRPr/>
          </a:p>
        </p:txBody>
      </p:sp>
      <p:sp>
        <p:nvSpPr>
          <p:cNvPr id="94" name="Google Shape;94;p10"/>
          <p:cNvSpPr txBox="1"/>
          <p:nvPr/>
        </p:nvSpPr>
        <p:spPr>
          <a:xfrm>
            <a:off x="1570676" y="2251050"/>
            <a:ext cx="2334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84" u="none" cap="none" strike="noStrike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01-BOSQICH</a:t>
            </a:r>
            <a:endParaRPr/>
          </a:p>
        </p:txBody>
      </p:sp>
      <p:sp>
        <p:nvSpPr>
          <p:cNvPr id="95" name="Google Shape;95;p10"/>
          <p:cNvSpPr txBox="1"/>
          <p:nvPr/>
        </p:nvSpPr>
        <p:spPr>
          <a:xfrm>
            <a:off x="1344954" y="3041712"/>
            <a:ext cx="2786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Lorem ipsum dolor sit amet, consectetur adipiscing elit.</a:t>
            </a:r>
            <a:endParaRPr/>
          </a:p>
        </p:txBody>
      </p:sp>
      <p:sp>
        <p:nvSpPr>
          <p:cNvPr id="96" name="Google Shape;96;p10"/>
          <p:cNvSpPr txBox="1"/>
          <p:nvPr/>
        </p:nvSpPr>
        <p:spPr>
          <a:xfrm>
            <a:off x="6333936" y="1222353"/>
            <a:ext cx="2334805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FCE064"/>
                </a:solidFill>
                <a:latin typeface="Barlow Black"/>
                <a:ea typeface="Barlow Black"/>
                <a:cs typeface="Barlow Black"/>
                <a:sym typeface="Barlow Black"/>
              </a:rPr>
              <a:t>89%</a:t>
            </a:r>
            <a:endParaRPr/>
          </a:p>
        </p:txBody>
      </p:sp>
      <p:sp>
        <p:nvSpPr>
          <p:cNvPr id="97" name="Google Shape;97;p10"/>
          <p:cNvSpPr txBox="1"/>
          <p:nvPr/>
        </p:nvSpPr>
        <p:spPr>
          <a:xfrm>
            <a:off x="6452196" y="2251053"/>
            <a:ext cx="2096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84" u="none" cap="none" strike="noStrike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02-BOSQICH</a:t>
            </a:r>
            <a:endParaRPr/>
          </a:p>
        </p:txBody>
      </p:sp>
      <p:sp>
        <p:nvSpPr>
          <p:cNvPr id="98" name="Google Shape;98;p10"/>
          <p:cNvSpPr txBox="1"/>
          <p:nvPr/>
        </p:nvSpPr>
        <p:spPr>
          <a:xfrm>
            <a:off x="6108169" y="3041712"/>
            <a:ext cx="2786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Lorem ipsum dolor sit amet, consectetur adipiscing elit.</a:t>
            </a:r>
            <a:endParaRPr/>
          </a:p>
        </p:txBody>
      </p:sp>
      <p:sp>
        <p:nvSpPr>
          <p:cNvPr id="99" name="Google Shape;99;p10"/>
          <p:cNvSpPr txBox="1"/>
          <p:nvPr/>
        </p:nvSpPr>
        <p:spPr>
          <a:xfrm>
            <a:off x="3834318" y="5543351"/>
            <a:ext cx="2334805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FCE064"/>
                </a:solidFill>
                <a:latin typeface="Barlow Black"/>
                <a:ea typeface="Barlow Black"/>
                <a:cs typeface="Barlow Black"/>
                <a:sym typeface="Barlow Black"/>
              </a:rPr>
              <a:t>25%</a:t>
            </a:r>
            <a:endParaRPr/>
          </a:p>
        </p:txBody>
      </p:sp>
      <p:sp>
        <p:nvSpPr>
          <p:cNvPr id="100" name="Google Shape;100;p10"/>
          <p:cNvSpPr txBox="1"/>
          <p:nvPr/>
        </p:nvSpPr>
        <p:spPr>
          <a:xfrm>
            <a:off x="3979906" y="6572051"/>
            <a:ext cx="2043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84" u="none" cap="none" strike="noStrike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03-BOSQICH</a:t>
            </a:r>
            <a:endParaRPr/>
          </a:p>
        </p:txBody>
      </p:sp>
      <p:sp>
        <p:nvSpPr>
          <p:cNvPr id="101" name="Google Shape;101;p10"/>
          <p:cNvSpPr txBox="1"/>
          <p:nvPr/>
        </p:nvSpPr>
        <p:spPr>
          <a:xfrm>
            <a:off x="3608551" y="7362709"/>
            <a:ext cx="2786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Lorem ipsum dolor sit amet, consectetur adipiscing elit.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ADFA4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1"/>
          <p:cNvSpPr/>
          <p:nvPr/>
        </p:nvSpPr>
        <p:spPr>
          <a:xfrm>
            <a:off x="-887242" y="-1958912"/>
            <a:ext cx="6059555" cy="6037520"/>
          </a:xfrm>
          <a:custGeom>
            <a:rect b="b" l="l" r="r" t="t"/>
            <a:pathLst>
              <a:path extrusionOk="0" h="6037520" w="6059555">
                <a:moveTo>
                  <a:pt x="0" y="0"/>
                </a:moveTo>
                <a:lnTo>
                  <a:pt x="6059555" y="0"/>
                </a:lnTo>
                <a:lnTo>
                  <a:pt x="6059555" y="6037520"/>
                </a:lnTo>
                <a:lnTo>
                  <a:pt x="0" y="60375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07" name="Google Shape;107;p11"/>
          <p:cNvSpPr/>
          <p:nvPr/>
        </p:nvSpPr>
        <p:spPr>
          <a:xfrm>
            <a:off x="1153170" y="4297683"/>
            <a:ext cx="2858576" cy="2644336"/>
          </a:xfrm>
          <a:custGeom>
            <a:rect b="b" l="l" r="r" t="t"/>
            <a:pathLst>
              <a:path extrusionOk="0" h="2644336" w="2858576">
                <a:moveTo>
                  <a:pt x="0" y="0"/>
                </a:moveTo>
                <a:lnTo>
                  <a:pt x="2858576" y="0"/>
                </a:lnTo>
                <a:lnTo>
                  <a:pt x="2858576" y="2644336"/>
                </a:lnTo>
                <a:lnTo>
                  <a:pt x="0" y="26443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08" name="Google Shape;108;p11"/>
          <p:cNvSpPr/>
          <p:nvPr/>
        </p:nvSpPr>
        <p:spPr>
          <a:xfrm>
            <a:off x="5426103" y="2189068"/>
            <a:ext cx="3227386" cy="3430783"/>
          </a:xfrm>
          <a:custGeom>
            <a:rect b="b" l="l" r="r" t="t"/>
            <a:pathLst>
              <a:path extrusionOk="0" h="3430783" w="3227386">
                <a:moveTo>
                  <a:pt x="0" y="0"/>
                </a:moveTo>
                <a:lnTo>
                  <a:pt x="3227386" y="0"/>
                </a:lnTo>
                <a:lnTo>
                  <a:pt x="3227386" y="3430783"/>
                </a:lnTo>
                <a:lnTo>
                  <a:pt x="0" y="34307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09" name="Google Shape;109;p11"/>
          <p:cNvSpPr/>
          <p:nvPr/>
        </p:nvSpPr>
        <p:spPr>
          <a:xfrm>
            <a:off x="10227060" y="1214025"/>
            <a:ext cx="2471011" cy="3272862"/>
          </a:xfrm>
          <a:custGeom>
            <a:rect b="b" l="l" r="r" t="t"/>
            <a:pathLst>
              <a:path extrusionOk="0" h="3272862" w="2471011">
                <a:moveTo>
                  <a:pt x="0" y="0"/>
                </a:moveTo>
                <a:lnTo>
                  <a:pt x="2471011" y="0"/>
                </a:lnTo>
                <a:lnTo>
                  <a:pt x="2471011" y="3272862"/>
                </a:lnTo>
                <a:lnTo>
                  <a:pt x="0" y="32728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10" name="Google Shape;110;p11"/>
          <p:cNvSpPr txBox="1"/>
          <p:nvPr/>
        </p:nvSpPr>
        <p:spPr>
          <a:xfrm>
            <a:off x="749528" y="7539569"/>
            <a:ext cx="366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35" u="none" cap="none" strike="noStrike">
                <a:solidFill>
                  <a:srgbClr val="0B9672"/>
                </a:solidFill>
                <a:latin typeface="Barlow"/>
                <a:ea typeface="Barlow"/>
                <a:cs typeface="Barlow"/>
                <a:sym typeface="Barlow"/>
              </a:rPr>
              <a:t>TAYYORLOV BOSQICHI</a:t>
            </a:r>
            <a:endParaRPr/>
          </a:p>
        </p:txBody>
      </p:sp>
      <p:sp>
        <p:nvSpPr>
          <p:cNvPr id="111" name="Google Shape;111;p11"/>
          <p:cNvSpPr txBox="1"/>
          <p:nvPr/>
        </p:nvSpPr>
        <p:spPr>
          <a:xfrm>
            <a:off x="5764526" y="6339119"/>
            <a:ext cx="2658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79" u="none" cap="none" strike="noStrike">
                <a:solidFill>
                  <a:srgbClr val="0B9672"/>
                </a:solidFill>
                <a:latin typeface="Barlow"/>
                <a:ea typeface="Barlow"/>
                <a:cs typeface="Barlow"/>
                <a:sym typeface="Barlow"/>
              </a:rPr>
              <a:t>ISHLAB CHIQARISH</a:t>
            </a:r>
            <a:endParaRPr/>
          </a:p>
        </p:txBody>
      </p:sp>
      <p:sp>
        <p:nvSpPr>
          <p:cNvPr id="112" name="Google Shape;112;p11"/>
          <p:cNvSpPr txBox="1"/>
          <p:nvPr/>
        </p:nvSpPr>
        <p:spPr>
          <a:xfrm>
            <a:off x="9720289" y="5279808"/>
            <a:ext cx="3844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8" u="none" cap="none" strike="noStrike">
                <a:solidFill>
                  <a:srgbClr val="0B9672"/>
                </a:solidFill>
                <a:latin typeface="Barlow"/>
                <a:ea typeface="Barlow"/>
                <a:cs typeface="Barlow"/>
                <a:sym typeface="Barlow"/>
              </a:rPr>
              <a:t>ISHLAB CHIQARISHDAN KEYINGI BOSQICH</a:t>
            </a:r>
            <a:endParaRPr/>
          </a:p>
        </p:txBody>
      </p:sp>
      <p:sp>
        <p:nvSpPr>
          <p:cNvPr id="113" name="Google Shape;113;p11"/>
          <p:cNvSpPr txBox="1"/>
          <p:nvPr/>
        </p:nvSpPr>
        <p:spPr>
          <a:xfrm>
            <a:off x="13767315" y="3904460"/>
            <a:ext cx="43032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B9672"/>
                </a:solidFill>
                <a:latin typeface="Barlow"/>
                <a:ea typeface="Barlow"/>
                <a:cs typeface="Barlow"/>
                <a:sym typeface="Barlow"/>
              </a:rPr>
              <a:t>SANOATDA QAYTA ISHLASH</a:t>
            </a:r>
            <a:endParaRPr/>
          </a:p>
        </p:txBody>
      </p:sp>
      <p:sp>
        <p:nvSpPr>
          <p:cNvPr id="114" name="Google Shape;114;p11"/>
          <p:cNvSpPr/>
          <p:nvPr/>
        </p:nvSpPr>
        <p:spPr>
          <a:xfrm>
            <a:off x="14396639" y="476351"/>
            <a:ext cx="3044603" cy="2940291"/>
          </a:xfrm>
          <a:custGeom>
            <a:rect b="b" l="l" r="r" t="t"/>
            <a:pathLst>
              <a:path extrusionOk="0" h="2940291" w="3044603">
                <a:moveTo>
                  <a:pt x="0" y="0"/>
                </a:moveTo>
                <a:lnTo>
                  <a:pt x="3044603" y="0"/>
                </a:lnTo>
                <a:lnTo>
                  <a:pt x="3044603" y="2940291"/>
                </a:lnTo>
                <a:lnTo>
                  <a:pt x="0" y="29402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15" name="Google Shape;115;p11"/>
          <p:cNvSpPr txBox="1"/>
          <p:nvPr/>
        </p:nvSpPr>
        <p:spPr>
          <a:xfrm>
            <a:off x="680422" y="8327717"/>
            <a:ext cx="3735000" cy="18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E1B1A"/>
                </a:solidFill>
                <a:latin typeface="Barlow"/>
                <a:ea typeface="Barlow"/>
                <a:cs typeface="Barlow"/>
                <a:sym typeface="Barlow"/>
              </a:rPr>
              <a:t>Lorem ipsum dolor sit amet, consectetur adipiscing elit, sed do eiusmod tempor incididunt ut labore et dolore magna aliqua.</a:t>
            </a:r>
            <a:endParaRPr/>
          </a:p>
        </p:txBody>
      </p:sp>
      <p:sp>
        <p:nvSpPr>
          <p:cNvPr id="116" name="Google Shape;116;p11"/>
          <p:cNvSpPr txBox="1"/>
          <p:nvPr/>
        </p:nvSpPr>
        <p:spPr>
          <a:xfrm>
            <a:off x="5172313" y="7200179"/>
            <a:ext cx="3735000" cy="18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E1B1A"/>
                </a:solidFill>
                <a:latin typeface="Barlow"/>
                <a:ea typeface="Barlow"/>
                <a:cs typeface="Barlow"/>
                <a:sym typeface="Barlow"/>
              </a:rPr>
              <a:t>Lorem ipsum dolor sit amet, consectetur adipiscing elit, sed do eiusmod tempor incididunt ut labore et dolore magna aliqua.</a:t>
            </a:r>
            <a:endParaRPr/>
          </a:p>
        </p:txBody>
      </p:sp>
      <p:sp>
        <p:nvSpPr>
          <p:cNvPr id="117" name="Google Shape;117;p11"/>
          <p:cNvSpPr txBox="1"/>
          <p:nvPr/>
        </p:nvSpPr>
        <p:spPr>
          <a:xfrm>
            <a:off x="9595083" y="6126059"/>
            <a:ext cx="3735000" cy="18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E1B1A"/>
                </a:solidFill>
                <a:latin typeface="Barlow"/>
                <a:ea typeface="Barlow"/>
                <a:cs typeface="Barlow"/>
                <a:sym typeface="Barlow"/>
              </a:rPr>
              <a:t>Lorem ipsum dolor sit amet, consectetur adipiscing elit, sed do eiusmod tempor incididunt ut labore et dolore magna aliqua.</a:t>
            </a:r>
            <a:endParaRPr/>
          </a:p>
        </p:txBody>
      </p:sp>
      <p:sp>
        <p:nvSpPr>
          <p:cNvPr id="118" name="Google Shape;118;p11"/>
          <p:cNvSpPr txBox="1"/>
          <p:nvPr/>
        </p:nvSpPr>
        <p:spPr>
          <a:xfrm>
            <a:off x="14051457" y="5298858"/>
            <a:ext cx="3735000" cy="18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E1B1A"/>
                </a:solidFill>
                <a:latin typeface="Barlow"/>
                <a:ea typeface="Barlow"/>
                <a:cs typeface="Barlow"/>
                <a:sym typeface="Barlow"/>
              </a:rPr>
              <a:t>Lorem ipsum dolor sit amet, consectetur adipiscing elit, sed do eiusmod tempor incididunt ut labore et dolore magna aliqua.</a:t>
            </a:r>
            <a:endParaRPr/>
          </a:p>
        </p:txBody>
      </p:sp>
      <p:sp>
        <p:nvSpPr>
          <p:cNvPr id="119" name="Google Shape;119;p11"/>
          <p:cNvSpPr txBox="1"/>
          <p:nvPr/>
        </p:nvSpPr>
        <p:spPr>
          <a:xfrm>
            <a:off x="8422746" y="8737514"/>
            <a:ext cx="9263041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92" u="none" cap="none" strike="noStrike">
                <a:solidFill>
                  <a:srgbClr val="FFFFFF"/>
                </a:solidFill>
                <a:latin typeface="Barlow Black"/>
                <a:ea typeface="Barlow Black"/>
                <a:cs typeface="Barlow Black"/>
                <a:sym typeface="Barlow Black"/>
              </a:rPr>
              <a:t>QIYMAT ZANJIRI NAMUNASI</a:t>
            </a:r>
            <a:endParaRPr/>
          </a:p>
        </p:txBody>
      </p:sp>
      <p:cxnSp>
        <p:nvCxnSpPr>
          <p:cNvPr id="120" name="Google Shape;120;p11"/>
          <p:cNvCxnSpPr/>
          <p:nvPr/>
        </p:nvCxnSpPr>
        <p:spPr>
          <a:xfrm flipH="1" rot="10800000">
            <a:off x="-175850" y="6022775"/>
            <a:ext cx="9539700" cy="1318800"/>
          </a:xfrm>
          <a:prstGeom prst="bentConnector3">
            <a:avLst>
              <a:gd fmla="val 50000" name="adj1"/>
            </a:avLst>
          </a:prstGeom>
          <a:noFill/>
          <a:ln cap="flat" cmpd="sng" w="76200">
            <a:solidFill>
              <a:srgbClr val="7959A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" name="Google Shape;121;p11"/>
          <p:cNvCxnSpPr/>
          <p:nvPr/>
        </p:nvCxnSpPr>
        <p:spPr>
          <a:xfrm flipH="1" rot="10800000">
            <a:off x="9363850" y="3668850"/>
            <a:ext cx="9539700" cy="1318800"/>
          </a:xfrm>
          <a:prstGeom prst="bentConnector3">
            <a:avLst>
              <a:gd fmla="val 50000" name="adj1"/>
            </a:avLst>
          </a:prstGeom>
          <a:noFill/>
          <a:ln cap="flat" cmpd="sng" w="76200">
            <a:solidFill>
              <a:srgbClr val="7959A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" name="Google Shape;122;p11"/>
          <p:cNvCxnSpPr/>
          <p:nvPr/>
        </p:nvCxnSpPr>
        <p:spPr>
          <a:xfrm>
            <a:off x="9363800" y="4948625"/>
            <a:ext cx="0" cy="1110000"/>
          </a:xfrm>
          <a:prstGeom prst="straightConnector1">
            <a:avLst/>
          </a:prstGeom>
          <a:noFill/>
          <a:ln cap="flat" cmpd="sng" w="76200">
            <a:solidFill>
              <a:srgbClr val="7959A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ADFA4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Google Shape;127;p12"/>
          <p:cNvGrpSpPr/>
          <p:nvPr/>
        </p:nvGrpSpPr>
        <p:grpSpPr>
          <a:xfrm>
            <a:off x="2791098" y="552901"/>
            <a:ext cx="14633160" cy="6599787"/>
            <a:chOff x="0" y="-47625"/>
            <a:chExt cx="3854001" cy="1738216"/>
          </a:xfrm>
        </p:grpSpPr>
        <p:sp>
          <p:nvSpPr>
            <p:cNvPr id="128" name="Google Shape;128;p12"/>
            <p:cNvSpPr/>
            <p:nvPr/>
          </p:nvSpPr>
          <p:spPr>
            <a:xfrm>
              <a:off x="0" y="0"/>
              <a:ext cx="3854001" cy="1690591"/>
            </a:xfrm>
            <a:custGeom>
              <a:rect b="b" l="l" r="r" t="t"/>
              <a:pathLst>
                <a:path extrusionOk="0" h="1690591" w="3854001">
                  <a:moveTo>
                    <a:pt x="26982" y="0"/>
                  </a:moveTo>
                  <a:lnTo>
                    <a:pt x="3827019" y="0"/>
                  </a:lnTo>
                  <a:cubicBezTo>
                    <a:pt x="3841921" y="0"/>
                    <a:pt x="3854001" y="12080"/>
                    <a:pt x="3854001" y="26982"/>
                  </a:cubicBezTo>
                  <a:lnTo>
                    <a:pt x="3854001" y="1663608"/>
                  </a:lnTo>
                  <a:cubicBezTo>
                    <a:pt x="3854001" y="1670764"/>
                    <a:pt x="3851158" y="1677627"/>
                    <a:pt x="3846098" y="1682688"/>
                  </a:cubicBezTo>
                  <a:cubicBezTo>
                    <a:pt x="3841038" y="1687748"/>
                    <a:pt x="3834175" y="1690591"/>
                    <a:pt x="3827019" y="1690591"/>
                  </a:cubicBezTo>
                  <a:lnTo>
                    <a:pt x="26982" y="1690591"/>
                  </a:lnTo>
                  <a:cubicBezTo>
                    <a:pt x="19826" y="1690591"/>
                    <a:pt x="12963" y="1687748"/>
                    <a:pt x="7903" y="1682688"/>
                  </a:cubicBezTo>
                  <a:cubicBezTo>
                    <a:pt x="2843" y="1677627"/>
                    <a:pt x="0" y="1670764"/>
                    <a:pt x="0" y="1663608"/>
                  </a:cubicBezTo>
                  <a:lnTo>
                    <a:pt x="0" y="26982"/>
                  </a:lnTo>
                  <a:cubicBezTo>
                    <a:pt x="0" y="19826"/>
                    <a:pt x="2843" y="12963"/>
                    <a:pt x="7903" y="7903"/>
                  </a:cubicBezTo>
                  <a:cubicBezTo>
                    <a:pt x="12963" y="2843"/>
                    <a:pt x="19826" y="0"/>
                    <a:pt x="2698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2"/>
            <p:cNvSpPr txBox="1"/>
            <p:nvPr/>
          </p:nvSpPr>
          <p:spPr>
            <a:xfrm>
              <a:off x="0" y="-47625"/>
              <a:ext cx="3854001" cy="17382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0" name="Google Shape;130;p12"/>
          <p:cNvSpPr/>
          <p:nvPr/>
        </p:nvSpPr>
        <p:spPr>
          <a:xfrm>
            <a:off x="129033" y="1040877"/>
            <a:ext cx="6041503" cy="5881949"/>
          </a:xfrm>
          <a:custGeom>
            <a:rect b="b" l="l" r="r" t="t"/>
            <a:pathLst>
              <a:path extrusionOk="0" h="5881949" w="6041503">
                <a:moveTo>
                  <a:pt x="0" y="0"/>
                </a:moveTo>
                <a:lnTo>
                  <a:pt x="6041503" y="0"/>
                </a:lnTo>
                <a:lnTo>
                  <a:pt x="6041503" y="5881948"/>
                </a:lnTo>
                <a:lnTo>
                  <a:pt x="0" y="58819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pic>
        <p:nvPicPr>
          <p:cNvPr id="131" name="Google Shape;131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68753" y="339027"/>
            <a:ext cx="11959886" cy="728564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2"/>
          <p:cNvSpPr txBox="1"/>
          <p:nvPr/>
        </p:nvSpPr>
        <p:spPr>
          <a:xfrm>
            <a:off x="844637" y="8001953"/>
            <a:ext cx="4616724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400" u="none" cap="none" strike="noStrike">
                <a:solidFill>
                  <a:srgbClr val="FFFFFF"/>
                </a:solidFill>
                <a:latin typeface="Barlow Black"/>
                <a:ea typeface="Barlow Black"/>
                <a:cs typeface="Barlow Black"/>
                <a:sym typeface="Barlow Black"/>
              </a:rPr>
              <a:t>STATISTIKA</a:t>
            </a:r>
            <a:endParaRPr/>
          </a:p>
        </p:txBody>
      </p:sp>
      <p:sp>
        <p:nvSpPr>
          <p:cNvPr id="133" name="Google Shape;133;p12"/>
          <p:cNvSpPr txBox="1"/>
          <p:nvPr/>
        </p:nvSpPr>
        <p:spPr>
          <a:xfrm>
            <a:off x="6049784" y="7963853"/>
            <a:ext cx="53931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E1B1A"/>
                </a:solidFill>
                <a:latin typeface="Barlow"/>
                <a:ea typeface="Barlow"/>
                <a:cs typeface="Barlow"/>
                <a:sym typeface="Barlow"/>
              </a:rPr>
              <a:t>Lorem ipsum dolor sit amet, consectetur adipiscing elit, sed do eiusmod tempor incididunt ut labore et dolore magna aliqua.</a:t>
            </a:r>
            <a:endParaRPr/>
          </a:p>
        </p:txBody>
      </p:sp>
      <p:sp>
        <p:nvSpPr>
          <p:cNvPr id="134" name="Google Shape;134;p12"/>
          <p:cNvSpPr txBox="1"/>
          <p:nvPr/>
        </p:nvSpPr>
        <p:spPr>
          <a:xfrm>
            <a:off x="12031233" y="7963853"/>
            <a:ext cx="53931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E1B1A"/>
                </a:solidFill>
                <a:latin typeface="Barlow"/>
                <a:ea typeface="Barlow"/>
                <a:cs typeface="Barlow"/>
                <a:sym typeface="Barlow"/>
              </a:rPr>
              <a:t>Lorem ipsum dolor sit amet, consectetur adipiscing elit, sed do eiusmod tempor incididunt ut labore et dolore magna aliqua.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ADFA4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" name="Google Shape;139;p13"/>
          <p:cNvGrpSpPr/>
          <p:nvPr/>
        </p:nvGrpSpPr>
        <p:grpSpPr>
          <a:xfrm>
            <a:off x="719627" y="2075021"/>
            <a:ext cx="5097641" cy="7472652"/>
            <a:chOff x="0" y="-19050"/>
            <a:chExt cx="1342589" cy="1968106"/>
          </a:xfrm>
        </p:grpSpPr>
        <p:sp>
          <p:nvSpPr>
            <p:cNvPr id="140" name="Google Shape;140;p13"/>
            <p:cNvSpPr/>
            <p:nvPr/>
          </p:nvSpPr>
          <p:spPr>
            <a:xfrm>
              <a:off x="0" y="0"/>
              <a:ext cx="1342589" cy="1949056"/>
            </a:xfrm>
            <a:custGeom>
              <a:rect b="b" l="l" r="r" t="t"/>
              <a:pathLst>
                <a:path extrusionOk="0" h="1949056" w="1342589">
                  <a:moveTo>
                    <a:pt x="36449" y="0"/>
                  </a:moveTo>
                  <a:lnTo>
                    <a:pt x="1306139" y="0"/>
                  </a:lnTo>
                  <a:cubicBezTo>
                    <a:pt x="1315806" y="0"/>
                    <a:pt x="1325077" y="3840"/>
                    <a:pt x="1331913" y="10676"/>
                  </a:cubicBezTo>
                  <a:cubicBezTo>
                    <a:pt x="1338748" y="17511"/>
                    <a:pt x="1342589" y="26782"/>
                    <a:pt x="1342589" y="36449"/>
                  </a:cubicBezTo>
                  <a:lnTo>
                    <a:pt x="1342589" y="1912607"/>
                  </a:lnTo>
                  <a:cubicBezTo>
                    <a:pt x="1342589" y="1932737"/>
                    <a:pt x="1326270" y="1949056"/>
                    <a:pt x="1306139" y="1949056"/>
                  </a:cubicBezTo>
                  <a:lnTo>
                    <a:pt x="36449" y="1949056"/>
                  </a:lnTo>
                  <a:cubicBezTo>
                    <a:pt x="16319" y="1949056"/>
                    <a:pt x="0" y="1932737"/>
                    <a:pt x="0" y="1912607"/>
                  </a:cubicBezTo>
                  <a:lnTo>
                    <a:pt x="0" y="36449"/>
                  </a:lnTo>
                  <a:cubicBezTo>
                    <a:pt x="0" y="16319"/>
                    <a:pt x="16319" y="0"/>
                    <a:pt x="364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3"/>
            <p:cNvSpPr txBox="1"/>
            <p:nvPr/>
          </p:nvSpPr>
          <p:spPr>
            <a:xfrm>
              <a:off x="0" y="-19050"/>
              <a:ext cx="1342589" cy="19681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2" name="Google Shape;142;p13"/>
          <p:cNvGrpSpPr/>
          <p:nvPr/>
        </p:nvGrpSpPr>
        <p:grpSpPr>
          <a:xfrm>
            <a:off x="6055393" y="2075021"/>
            <a:ext cx="11512980" cy="7472652"/>
            <a:chOff x="0" y="-19050"/>
            <a:chExt cx="3032225" cy="1968106"/>
          </a:xfrm>
        </p:grpSpPr>
        <p:sp>
          <p:nvSpPr>
            <p:cNvPr id="143" name="Google Shape;143;p13"/>
            <p:cNvSpPr/>
            <p:nvPr/>
          </p:nvSpPr>
          <p:spPr>
            <a:xfrm>
              <a:off x="0" y="0"/>
              <a:ext cx="3032225" cy="1949056"/>
            </a:xfrm>
            <a:custGeom>
              <a:rect b="b" l="l" r="r" t="t"/>
              <a:pathLst>
                <a:path extrusionOk="0" h="1949056" w="3032225">
                  <a:moveTo>
                    <a:pt x="16139" y="0"/>
                  </a:moveTo>
                  <a:lnTo>
                    <a:pt x="3016086" y="0"/>
                  </a:lnTo>
                  <a:cubicBezTo>
                    <a:pt x="3020366" y="0"/>
                    <a:pt x="3024471" y="1700"/>
                    <a:pt x="3027498" y="4727"/>
                  </a:cubicBezTo>
                  <a:cubicBezTo>
                    <a:pt x="3030525" y="7754"/>
                    <a:pt x="3032225" y="11859"/>
                    <a:pt x="3032225" y="16139"/>
                  </a:cubicBezTo>
                  <a:lnTo>
                    <a:pt x="3032225" y="1932917"/>
                  </a:lnTo>
                  <a:cubicBezTo>
                    <a:pt x="3032225" y="1937197"/>
                    <a:pt x="3030525" y="1941302"/>
                    <a:pt x="3027498" y="1944329"/>
                  </a:cubicBezTo>
                  <a:cubicBezTo>
                    <a:pt x="3024471" y="1947356"/>
                    <a:pt x="3020366" y="1949056"/>
                    <a:pt x="3016086" y="1949056"/>
                  </a:cubicBezTo>
                  <a:lnTo>
                    <a:pt x="16139" y="1949056"/>
                  </a:lnTo>
                  <a:cubicBezTo>
                    <a:pt x="11859" y="1949056"/>
                    <a:pt x="7754" y="1947356"/>
                    <a:pt x="4727" y="1944329"/>
                  </a:cubicBezTo>
                  <a:cubicBezTo>
                    <a:pt x="1700" y="1941302"/>
                    <a:pt x="0" y="1937197"/>
                    <a:pt x="0" y="1932917"/>
                  </a:cubicBezTo>
                  <a:lnTo>
                    <a:pt x="0" y="16139"/>
                  </a:lnTo>
                  <a:cubicBezTo>
                    <a:pt x="0" y="11859"/>
                    <a:pt x="1700" y="7754"/>
                    <a:pt x="4727" y="4727"/>
                  </a:cubicBezTo>
                  <a:cubicBezTo>
                    <a:pt x="7754" y="1700"/>
                    <a:pt x="11859" y="0"/>
                    <a:pt x="161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3"/>
            <p:cNvSpPr txBox="1"/>
            <p:nvPr/>
          </p:nvSpPr>
          <p:spPr>
            <a:xfrm>
              <a:off x="0" y="-19050"/>
              <a:ext cx="3032225" cy="19681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5" name="Google Shape;145;p13"/>
          <p:cNvGrpSpPr/>
          <p:nvPr/>
        </p:nvGrpSpPr>
        <p:grpSpPr>
          <a:xfrm>
            <a:off x="1084414" y="2355739"/>
            <a:ext cx="4368067" cy="719567"/>
            <a:chOff x="0" y="-19050"/>
            <a:chExt cx="1150437" cy="189516"/>
          </a:xfrm>
        </p:grpSpPr>
        <p:sp>
          <p:nvSpPr>
            <p:cNvPr id="146" name="Google Shape;146;p13"/>
            <p:cNvSpPr/>
            <p:nvPr/>
          </p:nvSpPr>
          <p:spPr>
            <a:xfrm>
              <a:off x="0" y="0"/>
              <a:ext cx="1150437" cy="170466"/>
            </a:xfrm>
            <a:custGeom>
              <a:rect b="b" l="l" r="r" t="t"/>
              <a:pathLst>
                <a:path extrusionOk="0" h="170466" w="1150437">
                  <a:moveTo>
                    <a:pt x="31903" y="0"/>
                  </a:moveTo>
                  <a:lnTo>
                    <a:pt x="1118534" y="0"/>
                  </a:lnTo>
                  <a:cubicBezTo>
                    <a:pt x="1126995" y="0"/>
                    <a:pt x="1135110" y="3361"/>
                    <a:pt x="1141093" y="9344"/>
                  </a:cubicBezTo>
                  <a:cubicBezTo>
                    <a:pt x="1147076" y="15327"/>
                    <a:pt x="1150437" y="23442"/>
                    <a:pt x="1150437" y="31903"/>
                  </a:cubicBezTo>
                  <a:lnTo>
                    <a:pt x="1150437" y="138563"/>
                  </a:lnTo>
                  <a:cubicBezTo>
                    <a:pt x="1150437" y="147024"/>
                    <a:pt x="1147076" y="155139"/>
                    <a:pt x="1141093" y="161122"/>
                  </a:cubicBezTo>
                  <a:cubicBezTo>
                    <a:pt x="1135110" y="167104"/>
                    <a:pt x="1126995" y="170466"/>
                    <a:pt x="1118534" y="170466"/>
                  </a:cubicBezTo>
                  <a:lnTo>
                    <a:pt x="31903" y="170466"/>
                  </a:lnTo>
                  <a:cubicBezTo>
                    <a:pt x="23442" y="170466"/>
                    <a:pt x="15327" y="167104"/>
                    <a:pt x="9344" y="161122"/>
                  </a:cubicBezTo>
                  <a:cubicBezTo>
                    <a:pt x="3361" y="155139"/>
                    <a:pt x="0" y="147024"/>
                    <a:pt x="0" y="138563"/>
                  </a:cubicBezTo>
                  <a:lnTo>
                    <a:pt x="0" y="31903"/>
                  </a:lnTo>
                  <a:cubicBezTo>
                    <a:pt x="0" y="23442"/>
                    <a:pt x="3361" y="15327"/>
                    <a:pt x="9344" y="9344"/>
                  </a:cubicBezTo>
                  <a:cubicBezTo>
                    <a:pt x="15327" y="3361"/>
                    <a:pt x="23442" y="0"/>
                    <a:pt x="3190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0F1A38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3"/>
            <p:cNvSpPr txBox="1"/>
            <p:nvPr/>
          </p:nvSpPr>
          <p:spPr>
            <a:xfrm>
              <a:off x="0" y="-19050"/>
              <a:ext cx="1150437" cy="1895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8" name="Google Shape;148;p13"/>
          <p:cNvGrpSpPr/>
          <p:nvPr/>
        </p:nvGrpSpPr>
        <p:grpSpPr>
          <a:xfrm>
            <a:off x="9627850" y="2355739"/>
            <a:ext cx="4368067" cy="719567"/>
            <a:chOff x="0" y="-19050"/>
            <a:chExt cx="1150437" cy="189516"/>
          </a:xfrm>
        </p:grpSpPr>
        <p:sp>
          <p:nvSpPr>
            <p:cNvPr id="149" name="Google Shape;149;p13"/>
            <p:cNvSpPr/>
            <p:nvPr/>
          </p:nvSpPr>
          <p:spPr>
            <a:xfrm>
              <a:off x="0" y="0"/>
              <a:ext cx="1150437" cy="170466"/>
            </a:xfrm>
            <a:custGeom>
              <a:rect b="b" l="l" r="r" t="t"/>
              <a:pathLst>
                <a:path extrusionOk="0" h="170466" w="1150437">
                  <a:moveTo>
                    <a:pt x="31903" y="0"/>
                  </a:moveTo>
                  <a:lnTo>
                    <a:pt x="1118534" y="0"/>
                  </a:lnTo>
                  <a:cubicBezTo>
                    <a:pt x="1126995" y="0"/>
                    <a:pt x="1135110" y="3361"/>
                    <a:pt x="1141093" y="9344"/>
                  </a:cubicBezTo>
                  <a:cubicBezTo>
                    <a:pt x="1147076" y="15327"/>
                    <a:pt x="1150437" y="23442"/>
                    <a:pt x="1150437" y="31903"/>
                  </a:cubicBezTo>
                  <a:lnTo>
                    <a:pt x="1150437" y="138563"/>
                  </a:lnTo>
                  <a:cubicBezTo>
                    <a:pt x="1150437" y="147024"/>
                    <a:pt x="1147076" y="155139"/>
                    <a:pt x="1141093" y="161122"/>
                  </a:cubicBezTo>
                  <a:cubicBezTo>
                    <a:pt x="1135110" y="167104"/>
                    <a:pt x="1126995" y="170466"/>
                    <a:pt x="1118534" y="170466"/>
                  </a:cubicBezTo>
                  <a:lnTo>
                    <a:pt x="31903" y="170466"/>
                  </a:lnTo>
                  <a:cubicBezTo>
                    <a:pt x="23442" y="170466"/>
                    <a:pt x="15327" y="167104"/>
                    <a:pt x="9344" y="161122"/>
                  </a:cubicBezTo>
                  <a:cubicBezTo>
                    <a:pt x="3361" y="155139"/>
                    <a:pt x="0" y="147024"/>
                    <a:pt x="0" y="138563"/>
                  </a:cubicBezTo>
                  <a:lnTo>
                    <a:pt x="0" y="31903"/>
                  </a:lnTo>
                  <a:cubicBezTo>
                    <a:pt x="0" y="23442"/>
                    <a:pt x="3361" y="15327"/>
                    <a:pt x="9344" y="9344"/>
                  </a:cubicBezTo>
                  <a:cubicBezTo>
                    <a:pt x="15327" y="3361"/>
                    <a:pt x="23442" y="0"/>
                    <a:pt x="3190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0F1A38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3"/>
            <p:cNvSpPr txBox="1"/>
            <p:nvPr/>
          </p:nvSpPr>
          <p:spPr>
            <a:xfrm>
              <a:off x="0" y="-19050"/>
              <a:ext cx="1150437" cy="1895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1" name="Google Shape;151;p13"/>
          <p:cNvGrpSpPr/>
          <p:nvPr/>
        </p:nvGrpSpPr>
        <p:grpSpPr>
          <a:xfrm>
            <a:off x="1084414" y="6990138"/>
            <a:ext cx="4368067" cy="719567"/>
            <a:chOff x="0" y="-19050"/>
            <a:chExt cx="1150437" cy="189516"/>
          </a:xfrm>
        </p:grpSpPr>
        <p:sp>
          <p:nvSpPr>
            <p:cNvPr id="152" name="Google Shape;152;p13"/>
            <p:cNvSpPr/>
            <p:nvPr/>
          </p:nvSpPr>
          <p:spPr>
            <a:xfrm>
              <a:off x="0" y="0"/>
              <a:ext cx="1150437" cy="170466"/>
            </a:xfrm>
            <a:custGeom>
              <a:rect b="b" l="l" r="r" t="t"/>
              <a:pathLst>
                <a:path extrusionOk="0" h="170466" w="1150437">
                  <a:moveTo>
                    <a:pt x="31903" y="0"/>
                  </a:moveTo>
                  <a:lnTo>
                    <a:pt x="1118534" y="0"/>
                  </a:lnTo>
                  <a:cubicBezTo>
                    <a:pt x="1126995" y="0"/>
                    <a:pt x="1135110" y="3361"/>
                    <a:pt x="1141093" y="9344"/>
                  </a:cubicBezTo>
                  <a:cubicBezTo>
                    <a:pt x="1147076" y="15327"/>
                    <a:pt x="1150437" y="23442"/>
                    <a:pt x="1150437" y="31903"/>
                  </a:cubicBezTo>
                  <a:lnTo>
                    <a:pt x="1150437" y="138563"/>
                  </a:lnTo>
                  <a:cubicBezTo>
                    <a:pt x="1150437" y="147024"/>
                    <a:pt x="1147076" y="155139"/>
                    <a:pt x="1141093" y="161122"/>
                  </a:cubicBezTo>
                  <a:cubicBezTo>
                    <a:pt x="1135110" y="167104"/>
                    <a:pt x="1126995" y="170466"/>
                    <a:pt x="1118534" y="170466"/>
                  </a:cubicBezTo>
                  <a:lnTo>
                    <a:pt x="31903" y="170466"/>
                  </a:lnTo>
                  <a:cubicBezTo>
                    <a:pt x="23442" y="170466"/>
                    <a:pt x="15327" y="167104"/>
                    <a:pt x="9344" y="161122"/>
                  </a:cubicBezTo>
                  <a:cubicBezTo>
                    <a:pt x="3361" y="155139"/>
                    <a:pt x="0" y="147024"/>
                    <a:pt x="0" y="138563"/>
                  </a:cubicBezTo>
                  <a:lnTo>
                    <a:pt x="0" y="31903"/>
                  </a:lnTo>
                  <a:cubicBezTo>
                    <a:pt x="0" y="23442"/>
                    <a:pt x="3361" y="15327"/>
                    <a:pt x="9344" y="9344"/>
                  </a:cubicBezTo>
                  <a:cubicBezTo>
                    <a:pt x="15327" y="3361"/>
                    <a:pt x="23442" y="0"/>
                    <a:pt x="3190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0F1A38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3"/>
            <p:cNvSpPr txBox="1"/>
            <p:nvPr/>
          </p:nvSpPr>
          <p:spPr>
            <a:xfrm>
              <a:off x="0" y="-19050"/>
              <a:ext cx="1150437" cy="1895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4" name="Google Shape;154;p13"/>
          <p:cNvGrpSpPr/>
          <p:nvPr/>
        </p:nvGrpSpPr>
        <p:grpSpPr>
          <a:xfrm>
            <a:off x="1434359" y="7937940"/>
            <a:ext cx="828368" cy="847783"/>
            <a:chOff x="0" y="-19050"/>
            <a:chExt cx="812800" cy="831850"/>
          </a:xfrm>
        </p:grpSpPr>
        <p:sp>
          <p:nvSpPr>
            <p:cNvPr id="155" name="Google Shape;155;p1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8ADF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3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7" name="Google Shape;157;p13"/>
          <p:cNvGrpSpPr/>
          <p:nvPr/>
        </p:nvGrpSpPr>
        <p:grpSpPr>
          <a:xfrm>
            <a:off x="2388318" y="7937940"/>
            <a:ext cx="828368" cy="847783"/>
            <a:chOff x="0" y="-19050"/>
            <a:chExt cx="812800" cy="831850"/>
          </a:xfrm>
        </p:grpSpPr>
        <p:sp>
          <p:nvSpPr>
            <p:cNvPr id="158" name="Google Shape;158;p1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0B96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3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0" name="Google Shape;160;p13"/>
          <p:cNvGrpSpPr/>
          <p:nvPr/>
        </p:nvGrpSpPr>
        <p:grpSpPr>
          <a:xfrm>
            <a:off x="3342277" y="7937940"/>
            <a:ext cx="828368" cy="847783"/>
            <a:chOff x="0" y="-19050"/>
            <a:chExt cx="812800" cy="831850"/>
          </a:xfrm>
        </p:grpSpPr>
        <p:sp>
          <p:nvSpPr>
            <p:cNvPr id="161" name="Google Shape;161;p1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FCE0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3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3" name="Google Shape;163;p13"/>
          <p:cNvGrpSpPr/>
          <p:nvPr/>
        </p:nvGrpSpPr>
        <p:grpSpPr>
          <a:xfrm>
            <a:off x="4254614" y="7937940"/>
            <a:ext cx="828368" cy="847783"/>
            <a:chOff x="0" y="-19050"/>
            <a:chExt cx="812800" cy="831850"/>
          </a:xfrm>
        </p:grpSpPr>
        <p:sp>
          <p:nvSpPr>
            <p:cNvPr id="164" name="Google Shape;164;p1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7959A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3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6" name="Google Shape;166;p13"/>
          <p:cNvSpPr/>
          <p:nvPr/>
        </p:nvSpPr>
        <p:spPr>
          <a:xfrm>
            <a:off x="7394616" y="6537926"/>
            <a:ext cx="1674940" cy="1780498"/>
          </a:xfrm>
          <a:custGeom>
            <a:rect b="b" l="l" r="r" t="t"/>
            <a:pathLst>
              <a:path extrusionOk="0" h="1780498" w="1674940">
                <a:moveTo>
                  <a:pt x="0" y="0"/>
                </a:moveTo>
                <a:lnTo>
                  <a:pt x="1674940" y="0"/>
                </a:lnTo>
                <a:lnTo>
                  <a:pt x="1674940" y="1780498"/>
                </a:lnTo>
                <a:lnTo>
                  <a:pt x="0" y="17804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67" name="Google Shape;167;p13"/>
          <p:cNvSpPr/>
          <p:nvPr/>
        </p:nvSpPr>
        <p:spPr>
          <a:xfrm>
            <a:off x="9515865" y="6604247"/>
            <a:ext cx="1809411" cy="1647856"/>
          </a:xfrm>
          <a:custGeom>
            <a:rect b="b" l="l" r="r" t="t"/>
            <a:pathLst>
              <a:path extrusionOk="0" h="1647856" w="1809411">
                <a:moveTo>
                  <a:pt x="0" y="0"/>
                </a:moveTo>
                <a:lnTo>
                  <a:pt x="1809411" y="0"/>
                </a:lnTo>
                <a:lnTo>
                  <a:pt x="1809411" y="1647856"/>
                </a:lnTo>
                <a:lnTo>
                  <a:pt x="0" y="16478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68" name="Google Shape;168;p13"/>
          <p:cNvSpPr/>
          <p:nvPr/>
        </p:nvSpPr>
        <p:spPr>
          <a:xfrm>
            <a:off x="6893593" y="4343989"/>
            <a:ext cx="1646731" cy="1523315"/>
          </a:xfrm>
          <a:custGeom>
            <a:rect b="b" l="l" r="r" t="t"/>
            <a:pathLst>
              <a:path extrusionOk="0" h="1523315" w="1646731">
                <a:moveTo>
                  <a:pt x="0" y="0"/>
                </a:moveTo>
                <a:lnTo>
                  <a:pt x="1646731" y="0"/>
                </a:lnTo>
                <a:lnTo>
                  <a:pt x="1646731" y="1523314"/>
                </a:lnTo>
                <a:lnTo>
                  <a:pt x="0" y="15233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69" name="Google Shape;169;p13"/>
          <p:cNvSpPr/>
          <p:nvPr/>
        </p:nvSpPr>
        <p:spPr>
          <a:xfrm>
            <a:off x="11249527" y="4335827"/>
            <a:ext cx="1162426" cy="1539637"/>
          </a:xfrm>
          <a:custGeom>
            <a:rect b="b" l="l" r="r" t="t"/>
            <a:pathLst>
              <a:path extrusionOk="0" h="1539637" w="1162426">
                <a:moveTo>
                  <a:pt x="0" y="0"/>
                </a:moveTo>
                <a:lnTo>
                  <a:pt x="1162426" y="0"/>
                </a:lnTo>
                <a:lnTo>
                  <a:pt x="1162426" y="1539637"/>
                </a:lnTo>
                <a:lnTo>
                  <a:pt x="0" y="15396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70" name="Google Shape;170;p13"/>
          <p:cNvSpPr/>
          <p:nvPr/>
        </p:nvSpPr>
        <p:spPr>
          <a:xfrm>
            <a:off x="13001628" y="4423077"/>
            <a:ext cx="1413568" cy="1365137"/>
          </a:xfrm>
          <a:custGeom>
            <a:rect b="b" l="l" r="r" t="t"/>
            <a:pathLst>
              <a:path extrusionOk="0" h="1365137" w="1413568">
                <a:moveTo>
                  <a:pt x="0" y="0"/>
                </a:moveTo>
                <a:lnTo>
                  <a:pt x="1413567" y="0"/>
                </a:lnTo>
                <a:lnTo>
                  <a:pt x="1413567" y="1365138"/>
                </a:lnTo>
                <a:lnTo>
                  <a:pt x="0" y="13651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71" name="Google Shape;171;p13"/>
          <p:cNvSpPr/>
          <p:nvPr/>
        </p:nvSpPr>
        <p:spPr>
          <a:xfrm>
            <a:off x="15005745" y="4189731"/>
            <a:ext cx="1838516" cy="1831831"/>
          </a:xfrm>
          <a:custGeom>
            <a:rect b="b" l="l" r="r" t="t"/>
            <a:pathLst>
              <a:path extrusionOk="0" h="1831831" w="1838516">
                <a:moveTo>
                  <a:pt x="0" y="0"/>
                </a:moveTo>
                <a:lnTo>
                  <a:pt x="1838517" y="0"/>
                </a:lnTo>
                <a:lnTo>
                  <a:pt x="1838517" y="1831830"/>
                </a:lnTo>
                <a:lnTo>
                  <a:pt x="0" y="18318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72" name="Google Shape;172;p13"/>
          <p:cNvSpPr/>
          <p:nvPr/>
        </p:nvSpPr>
        <p:spPr>
          <a:xfrm>
            <a:off x="9129999" y="4343989"/>
            <a:ext cx="1529852" cy="1523315"/>
          </a:xfrm>
          <a:custGeom>
            <a:rect b="b" l="l" r="r" t="t"/>
            <a:pathLst>
              <a:path extrusionOk="0" h="1523315" w="1529852">
                <a:moveTo>
                  <a:pt x="0" y="0"/>
                </a:moveTo>
                <a:lnTo>
                  <a:pt x="1529853" y="0"/>
                </a:lnTo>
                <a:lnTo>
                  <a:pt x="1529853" y="1523314"/>
                </a:lnTo>
                <a:lnTo>
                  <a:pt x="0" y="15233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73" name="Google Shape;173;p13"/>
          <p:cNvSpPr/>
          <p:nvPr/>
        </p:nvSpPr>
        <p:spPr>
          <a:xfrm>
            <a:off x="11771584" y="6589394"/>
            <a:ext cx="1723067" cy="1677561"/>
          </a:xfrm>
          <a:custGeom>
            <a:rect b="b" l="l" r="r" t="t"/>
            <a:pathLst>
              <a:path extrusionOk="0" h="1677561" w="1723067">
                <a:moveTo>
                  <a:pt x="0" y="0"/>
                </a:moveTo>
                <a:lnTo>
                  <a:pt x="1723067" y="0"/>
                </a:lnTo>
                <a:lnTo>
                  <a:pt x="1723067" y="1677561"/>
                </a:lnTo>
                <a:lnTo>
                  <a:pt x="0" y="16775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  <p:sp>
        <p:nvSpPr>
          <p:cNvPr id="174" name="Google Shape;174;p13"/>
          <p:cNvSpPr txBox="1"/>
          <p:nvPr/>
        </p:nvSpPr>
        <p:spPr>
          <a:xfrm>
            <a:off x="1177805" y="3323100"/>
            <a:ext cx="4181285" cy="5036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Ushbu taqdimot shabloni</a:t>
            </a:r>
            <a:endParaRPr/>
          </a:p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quyidagi bepul shriftlardan foydalanadi:</a:t>
            </a:r>
            <a:endParaRPr/>
          </a:p>
        </p:txBody>
      </p:sp>
      <p:sp>
        <p:nvSpPr>
          <p:cNvPr id="175" name="Google Shape;175;p13"/>
          <p:cNvSpPr txBox="1"/>
          <p:nvPr/>
        </p:nvSpPr>
        <p:spPr>
          <a:xfrm>
            <a:off x="1120864" y="6412736"/>
            <a:ext cx="4368067" cy="2496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7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Ushbu shriftlarni internetdan ham topishingiz mumkin.</a:t>
            </a:r>
            <a:endParaRPr/>
          </a:p>
        </p:txBody>
      </p:sp>
      <p:sp>
        <p:nvSpPr>
          <p:cNvPr id="176" name="Google Shape;176;p13"/>
          <p:cNvSpPr txBox="1"/>
          <p:nvPr/>
        </p:nvSpPr>
        <p:spPr>
          <a:xfrm>
            <a:off x="1693180" y="3919088"/>
            <a:ext cx="3150600" cy="23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1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SARLAVHALAR:</a:t>
            </a:r>
            <a:endParaRPr/>
          </a:p>
          <a:p>
            <a:pPr indent="0" lvl="0" marL="0" marR="0" rtl="0" algn="ctr">
              <a:lnSpc>
                <a:spcPct val="102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1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BARLOW</a:t>
            </a:r>
            <a:endParaRPr/>
          </a:p>
          <a:p>
            <a:pPr indent="0" lvl="0" marL="0" marR="0" rtl="0" algn="ctr">
              <a:lnSpc>
                <a:spcPct val="102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1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3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3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KICHIK SARLAVHALAR:</a:t>
            </a:r>
            <a:endParaRPr/>
          </a:p>
          <a:p>
            <a:pPr indent="0" lvl="0" marL="0" marR="0" rtl="0" algn="ctr">
              <a:lnSpc>
                <a:spcPct val="102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1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BARLOW</a:t>
            </a:r>
            <a:endParaRPr/>
          </a:p>
          <a:p>
            <a:pPr indent="0" lvl="0" marL="0" marR="0" rtl="0" algn="ctr">
              <a:lnSpc>
                <a:spcPct val="102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1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3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ASOSIY MATN:</a:t>
            </a:r>
            <a:endParaRPr/>
          </a:p>
          <a:p>
            <a:pPr indent="0" lvl="0" marL="0" marR="0" rtl="0" algn="ctr">
              <a:lnSpc>
                <a:spcPct val="102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1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BARLOW</a:t>
            </a:r>
            <a:endParaRPr/>
          </a:p>
        </p:txBody>
      </p:sp>
      <p:sp>
        <p:nvSpPr>
          <p:cNvPr id="177" name="Google Shape;177;p13"/>
          <p:cNvSpPr txBox="1"/>
          <p:nvPr/>
        </p:nvSpPr>
        <p:spPr>
          <a:xfrm>
            <a:off x="1177805" y="8928961"/>
            <a:ext cx="1341476" cy="1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#8ADFA4</a:t>
            </a:r>
            <a:endParaRPr/>
          </a:p>
        </p:txBody>
      </p:sp>
      <p:sp>
        <p:nvSpPr>
          <p:cNvPr id="178" name="Google Shape;178;p13"/>
          <p:cNvSpPr txBox="1"/>
          <p:nvPr/>
        </p:nvSpPr>
        <p:spPr>
          <a:xfrm>
            <a:off x="2131764" y="8928961"/>
            <a:ext cx="1341476" cy="1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#0B9672</a:t>
            </a:r>
            <a:endParaRPr/>
          </a:p>
        </p:txBody>
      </p:sp>
      <p:sp>
        <p:nvSpPr>
          <p:cNvPr id="179" name="Google Shape;179;p13"/>
          <p:cNvSpPr txBox="1"/>
          <p:nvPr/>
        </p:nvSpPr>
        <p:spPr>
          <a:xfrm>
            <a:off x="3085723" y="8925834"/>
            <a:ext cx="1341476" cy="183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#FCE064</a:t>
            </a:r>
            <a:endParaRPr/>
          </a:p>
        </p:txBody>
      </p:sp>
      <p:sp>
        <p:nvSpPr>
          <p:cNvPr id="180" name="Google Shape;180;p13"/>
          <p:cNvSpPr txBox="1"/>
          <p:nvPr/>
        </p:nvSpPr>
        <p:spPr>
          <a:xfrm>
            <a:off x="4210005" y="1446041"/>
            <a:ext cx="9867990" cy="324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2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99" u="none" cap="none" strike="noStrike">
                <a:solidFill>
                  <a:srgbClr val="1E1B1A"/>
                </a:solidFill>
                <a:latin typeface="Arial"/>
                <a:ea typeface="Arial"/>
                <a:cs typeface="Arial"/>
                <a:sym typeface="Arial"/>
              </a:rPr>
              <a:t>Ushbu dizayn resurslaridan Canva taqdimotingizda foydalaning.</a:t>
            </a:r>
            <a:endParaRPr/>
          </a:p>
        </p:txBody>
      </p:sp>
      <p:sp>
        <p:nvSpPr>
          <p:cNvPr id="181" name="Google Shape;181;p13"/>
          <p:cNvSpPr txBox="1"/>
          <p:nvPr/>
        </p:nvSpPr>
        <p:spPr>
          <a:xfrm>
            <a:off x="11651615" y="9777291"/>
            <a:ext cx="5916900" cy="1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r">
              <a:lnSpc>
                <a:spcPct val="122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88" u="none" cap="none" strike="noStrike">
                <a:solidFill>
                  <a:srgbClr val="FFFFFF"/>
                </a:solidFill>
              </a:rPr>
              <a:t>TAQDIMOTDAN OLDIN USHBU SAHIFANI O'CHIRIB TASHLASHNI UNUTMANG.</a:t>
            </a:r>
            <a:endParaRPr b="1"/>
          </a:p>
        </p:txBody>
      </p:sp>
      <p:sp>
        <p:nvSpPr>
          <p:cNvPr id="182" name="Google Shape;182;p13"/>
          <p:cNvSpPr txBox="1"/>
          <p:nvPr/>
        </p:nvSpPr>
        <p:spPr>
          <a:xfrm>
            <a:off x="5469973" y="543899"/>
            <a:ext cx="7348200" cy="8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770" u="none" cap="none" strike="noStrike">
                <a:solidFill>
                  <a:srgbClr val="FFFFFF"/>
                </a:solidFill>
              </a:rPr>
              <a:t>RESURSLAR SAHIFASI</a:t>
            </a:r>
            <a:endParaRPr b="1"/>
          </a:p>
        </p:txBody>
      </p:sp>
      <p:sp>
        <p:nvSpPr>
          <p:cNvPr id="183" name="Google Shape;183;p13"/>
          <p:cNvSpPr txBox="1"/>
          <p:nvPr/>
        </p:nvSpPr>
        <p:spPr>
          <a:xfrm>
            <a:off x="1693180" y="2554837"/>
            <a:ext cx="3150536" cy="384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8" u="none" cap="none" strike="noStrike">
                <a:solidFill>
                  <a:srgbClr val="0F1A38"/>
                </a:solidFill>
                <a:latin typeface="Arial"/>
                <a:ea typeface="Arial"/>
                <a:cs typeface="Arial"/>
                <a:sym typeface="Arial"/>
              </a:rPr>
              <a:t>Shriftlar</a:t>
            </a:r>
            <a:endParaRPr/>
          </a:p>
        </p:txBody>
      </p:sp>
      <p:sp>
        <p:nvSpPr>
          <p:cNvPr id="184" name="Google Shape;184;p13"/>
          <p:cNvSpPr txBox="1"/>
          <p:nvPr/>
        </p:nvSpPr>
        <p:spPr>
          <a:xfrm>
            <a:off x="10236615" y="2554837"/>
            <a:ext cx="3150536" cy="384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60" u="none" cap="none" strike="noStrike">
                <a:solidFill>
                  <a:srgbClr val="0F1A38"/>
                </a:solidFill>
                <a:latin typeface="Arial"/>
                <a:ea typeface="Arial"/>
                <a:cs typeface="Arial"/>
                <a:sym typeface="Arial"/>
              </a:rPr>
              <a:t>Dizayn elementlari</a:t>
            </a:r>
            <a:endParaRPr/>
          </a:p>
        </p:txBody>
      </p:sp>
      <p:sp>
        <p:nvSpPr>
          <p:cNvPr id="185" name="Google Shape;185;p13"/>
          <p:cNvSpPr txBox="1"/>
          <p:nvPr/>
        </p:nvSpPr>
        <p:spPr>
          <a:xfrm>
            <a:off x="1693180" y="7157977"/>
            <a:ext cx="3150536" cy="384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2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95" u="none" cap="none" strike="noStrike">
                <a:solidFill>
                  <a:srgbClr val="0F1A38"/>
                </a:solidFill>
                <a:latin typeface="Arial"/>
                <a:ea typeface="Arial"/>
                <a:cs typeface="Arial"/>
                <a:sym typeface="Arial"/>
              </a:rPr>
              <a:t>Ranglar</a:t>
            </a:r>
            <a:endParaRPr/>
          </a:p>
        </p:txBody>
      </p:sp>
      <p:sp>
        <p:nvSpPr>
          <p:cNvPr id="186" name="Google Shape;186;p13"/>
          <p:cNvSpPr txBox="1"/>
          <p:nvPr/>
        </p:nvSpPr>
        <p:spPr>
          <a:xfrm>
            <a:off x="3998060" y="8928961"/>
            <a:ext cx="1341476" cy="1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#7959A4</a:t>
            </a:r>
            <a:endParaRPr/>
          </a:p>
        </p:txBody>
      </p:sp>
      <p:sp>
        <p:nvSpPr>
          <p:cNvPr id="187" name="Google Shape;187;p13"/>
          <p:cNvSpPr/>
          <p:nvPr/>
        </p:nvSpPr>
        <p:spPr>
          <a:xfrm flipH="1">
            <a:off x="13942326" y="6670495"/>
            <a:ext cx="2042489" cy="1596461"/>
          </a:xfrm>
          <a:custGeom>
            <a:rect b="b" l="l" r="r" t="t"/>
            <a:pathLst>
              <a:path extrusionOk="0" h="1596461" w="2042489">
                <a:moveTo>
                  <a:pt x="2042489" y="0"/>
                </a:moveTo>
                <a:lnTo>
                  <a:pt x="0" y="0"/>
                </a:lnTo>
                <a:lnTo>
                  <a:pt x="0" y="1596460"/>
                </a:lnTo>
                <a:lnTo>
                  <a:pt x="2042489" y="1596460"/>
                </a:lnTo>
                <a:lnTo>
                  <a:pt x="2042489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ADFA4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4"/>
          <p:cNvSpPr txBox="1"/>
          <p:nvPr/>
        </p:nvSpPr>
        <p:spPr>
          <a:xfrm>
            <a:off x="3377480" y="2605456"/>
            <a:ext cx="11533039" cy="324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2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99" u="none" cap="none" strike="noStrike">
                <a:solidFill>
                  <a:srgbClr val="1E1B1A"/>
                </a:solidFill>
                <a:latin typeface="Arial"/>
                <a:ea typeface="Arial"/>
                <a:cs typeface="Arial"/>
                <a:sym typeface="Arial"/>
              </a:rPr>
              <a:t>Ushbu taqdimot shabloni quyidagilar sharofati bilan barcha uchun bepul taqdim etiladi:</a:t>
            </a:r>
            <a:endParaRPr/>
          </a:p>
        </p:txBody>
      </p:sp>
      <p:sp>
        <p:nvSpPr>
          <p:cNvPr id="193" name="Google Shape;193;p14"/>
          <p:cNvSpPr txBox="1"/>
          <p:nvPr/>
        </p:nvSpPr>
        <p:spPr>
          <a:xfrm>
            <a:off x="7108732" y="8097956"/>
            <a:ext cx="40704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2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945" u="none" cap="none" strike="noStrike">
                <a:solidFill>
                  <a:srgbClr val="FFFFFF"/>
                </a:solidFill>
              </a:rPr>
              <a:t>Muvaffaqiyatli dizayn tilaymiz!</a:t>
            </a:r>
            <a:endParaRPr b="1" i="1"/>
          </a:p>
        </p:txBody>
      </p:sp>
      <p:sp>
        <p:nvSpPr>
          <p:cNvPr id="194" name="Google Shape;194;p14"/>
          <p:cNvSpPr txBox="1"/>
          <p:nvPr/>
        </p:nvSpPr>
        <p:spPr>
          <a:xfrm>
            <a:off x="4210005" y="5120045"/>
            <a:ext cx="9867990" cy="309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E1B1A"/>
                </a:solidFill>
                <a:latin typeface="Arial"/>
                <a:ea typeface="Arial"/>
                <a:cs typeface="Arial"/>
                <a:sym typeface="Arial"/>
              </a:rPr>
              <a:t>taqdimot shabloni uchun</a:t>
            </a:r>
            <a:endParaRPr/>
          </a:p>
        </p:txBody>
      </p:sp>
      <p:sp>
        <p:nvSpPr>
          <p:cNvPr id="195" name="Google Shape;195;p14"/>
          <p:cNvSpPr txBox="1"/>
          <p:nvPr/>
        </p:nvSpPr>
        <p:spPr>
          <a:xfrm>
            <a:off x="4210005" y="6855261"/>
            <a:ext cx="9867990" cy="309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41" u="none" cap="none" strike="noStrike">
                <a:solidFill>
                  <a:srgbClr val="1E1B1A"/>
                </a:solidFill>
                <a:latin typeface="Arial"/>
                <a:ea typeface="Arial"/>
                <a:cs typeface="Arial"/>
                <a:sym typeface="Arial"/>
              </a:rPr>
              <a:t>fotosuratlar uchun</a:t>
            </a:r>
            <a:endParaRPr/>
          </a:p>
        </p:txBody>
      </p:sp>
      <p:sp>
        <p:nvSpPr>
          <p:cNvPr id="196" name="Google Shape;196;p14"/>
          <p:cNvSpPr txBox="1"/>
          <p:nvPr/>
        </p:nvSpPr>
        <p:spPr>
          <a:xfrm>
            <a:off x="5469973" y="1703314"/>
            <a:ext cx="7348200" cy="8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2" u="none" cap="none" strike="noStrike">
                <a:solidFill>
                  <a:srgbClr val="FFFFFF"/>
                </a:solidFill>
              </a:rPr>
              <a:t>MINNATDORCHILIK</a:t>
            </a:r>
            <a:endParaRPr b="1"/>
          </a:p>
        </p:txBody>
      </p:sp>
      <p:sp>
        <p:nvSpPr>
          <p:cNvPr id="197" name="Google Shape;197;p14"/>
          <p:cNvSpPr txBox="1"/>
          <p:nvPr/>
        </p:nvSpPr>
        <p:spPr>
          <a:xfrm>
            <a:off x="6110027" y="6122794"/>
            <a:ext cx="6067945" cy="6181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712" u="none" cap="none" strike="noStrike">
                <a:solidFill>
                  <a:srgbClr val="1E1B1A"/>
                </a:solidFill>
                <a:latin typeface="Arial"/>
                <a:ea typeface="Arial"/>
                <a:cs typeface="Arial"/>
                <a:sym typeface="Arial"/>
              </a:rPr>
              <a:t>Pexels, Pixabay</a:t>
            </a:r>
            <a:endParaRPr/>
          </a:p>
        </p:txBody>
      </p:sp>
      <p:sp>
        <p:nvSpPr>
          <p:cNvPr id="198" name="Google Shape;198;p14"/>
          <p:cNvSpPr/>
          <p:nvPr/>
        </p:nvSpPr>
        <p:spPr>
          <a:xfrm>
            <a:off x="6731779" y="3713372"/>
            <a:ext cx="4824443" cy="1206111"/>
          </a:xfrm>
          <a:custGeom>
            <a:rect b="b" l="l" r="r" t="t"/>
            <a:pathLst>
              <a:path extrusionOk="0" h="1206111" w="4824443">
                <a:moveTo>
                  <a:pt x="0" y="0"/>
                </a:moveTo>
                <a:lnTo>
                  <a:pt x="4824442" y="0"/>
                </a:lnTo>
                <a:lnTo>
                  <a:pt x="4824442" y="1206110"/>
                </a:lnTo>
                <a:lnTo>
                  <a:pt x="0" y="1206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wrap="square"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