
<file path=[Content_Types].xml><?xml version="1.0" encoding="utf-8"?>
<Types xmlns="http://schemas.openxmlformats.org/package/2006/content-types">
  <Default Extension="fntdata" ContentType="application/x-fontdata"/>
  <Default Extension="rels" ContentType="application/vnd.openxmlformats-package.relationships+xml"/>
  <Default Extension="xml" ContentType="application/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  <Default Extension="jpeg" ContentType="image/jpeg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Thumbnail" Type="http://schemas.openxmlformats.org/package/2006/relationships/metadata/thumbnail" Target="docProps/thumbnail.jpeg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</p:sldIdLst>
  <p:sldSz cy="7556500" cx="10693400"/>
  <p:notesSz cx="6858000" cy="9144000"/>
  <p:embeddedFontLst>
    <p:embeddedFont>
      <p:font typeface="Arimo"/>
      <p:bold r:id="rId12"/>
      <p:boldItalic r:id="rId13"/>
    </p:embeddedFont>
    <p:embeddedFont>
      <p:font typeface="Poppins"/>
      <p:bold r:id="rId14"/>
      <p:boldItalic r:id="rId15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201D9C50-01CC-45C6-9C55-C054D1B1DACE}">
  <a:tblStyle styleId="{201D9C50-01CC-45C6-9C55-C054D1B1DACE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2" Type="http://schemas.openxmlformats.org/officeDocument/2006/relationships/font" Target="fonts/Arimo-bold.fntdata"/><Relationship Id="rId13" Type="http://schemas.openxmlformats.org/officeDocument/2006/relationships/font" Target="fonts/Arimo-boldItalic.fntdata"/><Relationship Id="rId14" Type="http://schemas.openxmlformats.org/officeDocument/2006/relationships/font" Target="fonts/Poppins-bold.fntdata"/><Relationship Id="rId15" Type="http://schemas.openxmlformats.org/officeDocument/2006/relationships/font" Target="fonts/Poppins-boldItalic.fntdata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" name="Google Shape;83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9" name="Google Shape;149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7" name="Google Shape;197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" name="Google Shape;17;p3"/>
          <p:cNvGrpSpPr/>
          <p:nvPr/>
        </p:nvGrpSpPr>
        <p:grpSpPr>
          <a:xfrm>
            <a:off x="594858" y="344957"/>
            <a:ext cx="9502439" cy="1323487"/>
            <a:chOff x="0" y="-28575"/>
            <a:chExt cx="3405404" cy="474300"/>
          </a:xfrm>
        </p:grpSpPr>
        <p:sp>
          <p:nvSpPr>
            <p:cNvPr id="18" name="Google Shape;18;p3"/>
            <p:cNvSpPr/>
            <p:nvPr/>
          </p:nvSpPr>
          <p:spPr>
            <a:xfrm>
              <a:off x="0" y="0"/>
              <a:ext cx="3405404" cy="445695"/>
            </a:xfrm>
            <a:custGeom>
              <a:rect b="b" l="l" r="r" t="t"/>
              <a:pathLst>
                <a:path extrusionOk="0" h="445695" w="3405404">
                  <a:moveTo>
                    <a:pt x="0" y="0"/>
                  </a:moveTo>
                  <a:lnTo>
                    <a:pt x="3405404" y="0"/>
                  </a:lnTo>
                  <a:lnTo>
                    <a:pt x="3405404" y="445695"/>
                  </a:lnTo>
                  <a:lnTo>
                    <a:pt x="0" y="445695"/>
                  </a:lnTo>
                  <a:close/>
                </a:path>
              </a:pathLst>
            </a:custGeom>
            <a:solidFill>
              <a:srgbClr val="3167EC"/>
            </a:solidFill>
            <a:ln>
              <a:noFill/>
            </a:ln>
          </p:spPr>
          <p:txBody>
            <a:bodyPr/>
            <a:p/>
          </p:txBody>
        </p:sp>
        <p:sp>
          <p:nvSpPr>
            <p:cNvPr id="19" name="Google Shape;19;p3"/>
            <p:cNvSpPr txBox="1"/>
            <p:nvPr/>
          </p:nvSpPr>
          <p:spPr>
            <a:xfrm>
              <a:off x="0" y="-28575"/>
              <a:ext cx="3405300" cy="474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08888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0" name="Google Shape;20;p3"/>
          <p:cNvSpPr txBox="1"/>
          <p:nvPr/>
        </p:nvSpPr>
        <p:spPr>
          <a:xfrm>
            <a:off x="594858" y="649166"/>
            <a:ext cx="9502200" cy="69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45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CLICK TO EDIT THEME STYLE</a:t>
            </a:r>
            <a:endParaRPr/>
          </a:p>
        </p:txBody>
      </p:sp>
      <p:sp>
        <p:nvSpPr>
          <p:cNvPr id="21" name="Google Shape;21;p3"/>
          <p:cNvSpPr txBox="1"/>
          <p:nvPr/>
        </p:nvSpPr>
        <p:spPr>
          <a:xfrm>
            <a:off x="7978435" y="2206518"/>
            <a:ext cx="10794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FDFFFD"/>
                </a:solidFill>
                <a:latin typeface="Arimo"/>
                <a:ea typeface="Arimo"/>
                <a:cs typeface="Arimo"/>
                <a:sym typeface="Arimo"/>
              </a:rPr>
              <a:t>Leaf Node</a:t>
            </a:r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" name="Google Shape;30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1" name="Google Shape;31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" name="Google Shape;33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8" name="Google Shape;38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" name="Google Shape;40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4" name="Google Shape;44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5" name="Google Shape;45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6" name="Google Shape;46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7" name="Google Shape;47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4" name="Google Shape;54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8" name="Google Shape;58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9" name="Google Shape;59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1" name="Google Shape;61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/>
          <a:p/>
        </p:txBody>
      </p:sp>
      <p:sp>
        <p:nvSpPr>
          <p:cNvPr id="65" name="Google Shape;65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6" name="Google Shape;66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8" name="Google Shape;68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" name="Google Shape;74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AFAFA"/>
        </a:solidFill>
      </p:bgPr>
    </p:bg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5" name="Google Shape;85;p13"/>
          <p:cNvGraphicFramePr/>
          <p:nvPr/>
        </p:nvGraphicFramePr>
        <p:xfrm>
          <a:off x="-200" y="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{201D9C50-01CC-45C6-9C55-C054D1B1DACE}</a:tableStyleId>
              </a:tblPr>
              <a:tblGrid>
                <a:gridCol w="594075"/>
                <a:gridCol w="594075"/>
                <a:gridCol w="594075"/>
                <a:gridCol w="594075"/>
                <a:gridCol w="594075"/>
                <a:gridCol w="594075"/>
                <a:gridCol w="594075"/>
                <a:gridCol w="594075"/>
                <a:gridCol w="594075"/>
                <a:gridCol w="594075"/>
                <a:gridCol w="594075"/>
                <a:gridCol w="594075"/>
                <a:gridCol w="594075"/>
                <a:gridCol w="594075"/>
                <a:gridCol w="594075"/>
                <a:gridCol w="594075"/>
                <a:gridCol w="594075"/>
                <a:gridCol w="594075"/>
              </a:tblGrid>
              <a:tr h="755650">
                <a:tc>
                  <a:txBody>
                    <a:bodyPr wrap="square" lIns="9144" rIns="9144" tIns="9144" bIns="9144"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 wrap="square" lIns="9144" rIns="9144" tIns="9144" bIns="9144"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 wrap="square" lIns="9144" rIns="9144" tIns="9144" bIns="9144"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 wrap="square" lIns="9144" rIns="9144" tIns="9144" bIns="9144"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 wrap="square" lIns="9144" rIns="9144" tIns="9144" bIns="9144"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 wrap="square" lIns="9144" rIns="9144" tIns="9144" bIns="9144"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 wrap="square" lIns="9144" rIns="9144" tIns="9144" bIns="9144"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 wrap="square" lIns="9144" rIns="9144" tIns="9144" bIns="9144"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 wrap="square" lIns="9144" rIns="9144" tIns="9144" bIns="9144"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 wrap="square" lIns="9144" rIns="9144" tIns="9144" bIns="9144"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 wrap="square" lIns="9144" rIns="9144" tIns="9144" bIns="9144"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 wrap="square" lIns="9144" rIns="9144" tIns="9144" bIns="9144"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 wrap="square" lIns="9144" rIns="9144" tIns="9144" bIns="9144"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 wrap="square" lIns="9144" rIns="9144" tIns="9144" bIns="9144"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 wrap="square" lIns="9144" rIns="9144" tIns="9144" bIns="9144"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 wrap="square" lIns="9144" rIns="9144" tIns="9144" bIns="9144"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 wrap="square" lIns="9144" rIns="9144" tIns="9144" bIns="9144"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 wrap="square" lIns="9144" rIns="9144" tIns="9144" bIns="9144"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755650">
                <a:tc>
                  <a:txBody>
                    <a:bodyPr wrap="square" lIns="9144" rIns="9144" tIns="9144" bIns="9144"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 wrap="square" lIns="9144" rIns="9144" tIns="9144" bIns="9144"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 wrap="square" lIns="9144" rIns="9144" tIns="9144" bIns="9144"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 wrap="square" lIns="9144" rIns="9144" tIns="9144" bIns="9144"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 wrap="square" lIns="9144" rIns="9144" tIns="9144" bIns="9144"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 wrap="square" lIns="9144" rIns="9144" tIns="9144" bIns="9144"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 wrap="square" lIns="9144" rIns="9144" tIns="9144" bIns="9144"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 wrap="square" lIns="9144" rIns="9144" tIns="9144" bIns="9144"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 wrap="square" lIns="9144" rIns="9144" tIns="9144" bIns="9144"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 wrap="square" lIns="9144" rIns="9144" tIns="9144" bIns="9144"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 wrap="square" lIns="9144" rIns="9144" tIns="9144" bIns="9144"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 wrap="square" lIns="9144" rIns="9144" tIns="9144" bIns="9144"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 wrap="square" lIns="9144" rIns="9144" tIns="9144" bIns="9144"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 wrap="square" lIns="9144" rIns="9144" tIns="9144" bIns="9144"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 wrap="square" lIns="9144" rIns="9144" tIns="9144" bIns="9144"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 wrap="square" lIns="9144" rIns="9144" tIns="9144" bIns="9144"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 wrap="square" lIns="9144" rIns="9144" tIns="9144" bIns="9144"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 wrap="square" lIns="9144" rIns="9144" tIns="9144" bIns="9144"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755650">
                <a:tc>
                  <a:txBody>
                    <a:bodyPr wrap="square" lIns="9144" rIns="9144" tIns="9144" bIns="9144"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 wrap="square" lIns="9144" rIns="9144" tIns="9144" bIns="9144"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 wrap="square" lIns="9144" rIns="9144" tIns="9144" bIns="9144"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 wrap="square" lIns="9144" rIns="9144" tIns="9144" bIns="9144"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 wrap="square" lIns="9144" rIns="9144" tIns="9144" bIns="9144"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 wrap="square" lIns="9144" rIns="9144" tIns="9144" bIns="9144"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 wrap="square" lIns="9144" rIns="9144" tIns="9144" bIns="9144"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 wrap="square" lIns="9144" rIns="9144" tIns="9144" bIns="9144"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 wrap="square" lIns="9144" rIns="9144" tIns="9144" bIns="9144"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 wrap="square" lIns="9144" rIns="9144" tIns="9144" bIns="9144"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 wrap="square" lIns="9144" rIns="9144" tIns="9144" bIns="9144"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 wrap="square" lIns="9144" rIns="9144" tIns="9144" bIns="9144"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 wrap="square" lIns="9144" rIns="9144" tIns="9144" bIns="9144"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 wrap="square" lIns="9144" rIns="9144" tIns="9144" bIns="9144"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 wrap="square" lIns="9144" rIns="9144" tIns="9144" bIns="9144"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 wrap="square" lIns="9144" rIns="9144" tIns="9144" bIns="9144"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 wrap="square" lIns="9144" rIns="9144" tIns="9144" bIns="9144"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 wrap="square" lIns="9144" rIns="9144" tIns="9144" bIns="9144"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755650">
                <a:tc>
                  <a:txBody>
                    <a:bodyPr wrap="square" lIns="9144" rIns="9144" tIns="9144" bIns="9144"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 wrap="square" lIns="9144" rIns="9144" tIns="9144" bIns="9144"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 wrap="square" lIns="9144" rIns="9144" tIns="9144" bIns="9144"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 wrap="square" lIns="9144" rIns="9144" tIns="9144" bIns="9144"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 wrap="square" lIns="9144" rIns="9144" tIns="9144" bIns="9144"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 wrap="square" lIns="9144" rIns="9144" tIns="9144" bIns="9144"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 wrap="square" lIns="9144" rIns="9144" tIns="9144" bIns="9144"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 wrap="square" lIns="9144" rIns="9144" tIns="9144" bIns="9144"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 wrap="square" lIns="9144" rIns="9144" tIns="9144" bIns="9144"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 wrap="square" lIns="9144" rIns="9144" tIns="9144" bIns="9144"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 wrap="square" lIns="9144" rIns="9144" tIns="9144" bIns="9144"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 wrap="square" lIns="9144" rIns="9144" tIns="9144" bIns="9144"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 wrap="square" lIns="9144" rIns="9144" tIns="9144" bIns="9144"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 wrap="square" lIns="9144" rIns="9144" tIns="9144" bIns="9144"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 wrap="square" lIns="9144" rIns="9144" tIns="9144" bIns="9144"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 wrap="square" lIns="9144" rIns="9144" tIns="9144" bIns="9144"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 wrap="square" lIns="9144" rIns="9144" tIns="9144" bIns="9144"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 wrap="square" lIns="9144" rIns="9144" tIns="9144" bIns="9144"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755650">
                <a:tc>
                  <a:txBody>
                    <a:bodyPr wrap="square" lIns="9144" rIns="9144" tIns="9144" bIns="9144"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 wrap="square" lIns="9144" rIns="9144" tIns="9144" bIns="9144"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 wrap="square" lIns="9144" rIns="9144" tIns="9144" bIns="9144"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 wrap="square" lIns="9144" rIns="9144" tIns="9144" bIns="9144"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 wrap="square" lIns="9144" rIns="9144" tIns="9144" bIns="9144"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 wrap="square" lIns="9144" rIns="9144" tIns="9144" bIns="9144"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 wrap="square" lIns="9144" rIns="9144" tIns="9144" bIns="9144"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 wrap="square" lIns="9144" rIns="9144" tIns="9144" bIns="9144"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 wrap="square" lIns="9144" rIns="9144" tIns="9144" bIns="9144"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 wrap="square" lIns="9144" rIns="9144" tIns="9144" bIns="9144"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 wrap="square" lIns="9144" rIns="9144" tIns="9144" bIns="9144"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 wrap="square" lIns="9144" rIns="9144" tIns="9144" bIns="9144"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 wrap="square" lIns="9144" rIns="9144" tIns="9144" bIns="9144"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 wrap="square" lIns="9144" rIns="9144" tIns="9144" bIns="9144"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 wrap="square" lIns="9144" rIns="9144" tIns="9144" bIns="9144"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 wrap="square" lIns="9144" rIns="9144" tIns="9144" bIns="9144"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 wrap="square" lIns="9144" rIns="9144" tIns="9144" bIns="9144"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 wrap="square" lIns="9144" rIns="9144" tIns="9144" bIns="9144"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755650">
                <a:tc>
                  <a:txBody>
                    <a:bodyPr wrap="square" lIns="9144" rIns="9144" tIns="9144" bIns="9144"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 wrap="square" lIns="9144" rIns="9144" tIns="9144" bIns="9144"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 wrap="square" lIns="9144" rIns="9144" tIns="9144" bIns="9144"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 wrap="square" lIns="9144" rIns="9144" tIns="9144" bIns="9144"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 wrap="square" lIns="9144" rIns="9144" tIns="9144" bIns="9144"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 wrap="square" lIns="9144" rIns="9144" tIns="9144" bIns="9144"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 wrap="square" lIns="9144" rIns="9144" tIns="9144" bIns="9144"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 wrap="square" lIns="9144" rIns="9144" tIns="9144" bIns="9144"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 wrap="square" lIns="9144" rIns="9144" tIns="9144" bIns="9144"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 wrap="square" lIns="9144" rIns="9144" tIns="9144" bIns="9144"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 wrap="square" lIns="9144" rIns="9144" tIns="9144" bIns="9144"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 wrap="square" lIns="9144" rIns="9144" tIns="9144" bIns="9144"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 wrap="square" lIns="9144" rIns="9144" tIns="9144" bIns="9144"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 wrap="square" lIns="9144" rIns="9144" tIns="9144" bIns="9144"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 wrap="square" lIns="9144" rIns="9144" tIns="9144" bIns="9144"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 wrap="square" lIns="9144" rIns="9144" tIns="9144" bIns="9144"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 wrap="square" lIns="9144" rIns="9144" tIns="9144" bIns="9144"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 wrap="square" lIns="9144" rIns="9144" tIns="9144" bIns="9144"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755650">
                <a:tc>
                  <a:txBody>
                    <a:bodyPr wrap="square" lIns="9144" rIns="9144" tIns="9144" bIns="9144"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 wrap="square" lIns="9144" rIns="9144" tIns="9144" bIns="9144"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 wrap="square" lIns="9144" rIns="9144" tIns="9144" bIns="9144"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 wrap="square" lIns="9144" rIns="9144" tIns="9144" bIns="9144"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 wrap="square" lIns="9144" rIns="9144" tIns="9144" bIns="9144"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 wrap="square" lIns="9144" rIns="9144" tIns="9144" bIns="9144"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 wrap="square" lIns="9144" rIns="9144" tIns="9144" bIns="9144"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 wrap="square" lIns="9144" rIns="9144" tIns="9144" bIns="9144"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 wrap="square" lIns="9144" rIns="9144" tIns="9144" bIns="9144"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 wrap="square" lIns="9144" rIns="9144" tIns="9144" bIns="9144"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 wrap="square" lIns="9144" rIns="9144" tIns="9144" bIns="9144"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 wrap="square" lIns="9144" rIns="9144" tIns="9144" bIns="9144"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 wrap="square" lIns="9144" rIns="9144" tIns="9144" bIns="9144"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 wrap="square" lIns="9144" rIns="9144" tIns="9144" bIns="9144"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 wrap="square" lIns="9144" rIns="9144" tIns="9144" bIns="9144"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 wrap="square" lIns="9144" rIns="9144" tIns="9144" bIns="9144"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 wrap="square" lIns="9144" rIns="9144" tIns="9144" bIns="9144"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 wrap="square" lIns="9144" rIns="9144" tIns="9144" bIns="9144"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755650">
                <a:tc>
                  <a:txBody>
                    <a:bodyPr wrap="square" lIns="9144" rIns="9144" tIns="9144" bIns="9144"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 wrap="square" lIns="9144" rIns="9144" tIns="9144" bIns="9144"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 wrap="square" lIns="9144" rIns="9144" tIns="9144" bIns="9144"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 wrap="square" lIns="9144" rIns="9144" tIns="9144" bIns="9144"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 wrap="square" lIns="9144" rIns="9144" tIns="9144" bIns="9144"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 wrap="square" lIns="9144" rIns="9144" tIns="9144" bIns="9144"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 wrap="square" lIns="9144" rIns="9144" tIns="9144" bIns="9144"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 wrap="square" lIns="9144" rIns="9144" tIns="9144" bIns="9144"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 wrap="square" lIns="9144" rIns="9144" tIns="9144" bIns="9144"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 wrap="square" lIns="9144" rIns="9144" tIns="9144" bIns="9144"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 wrap="square" lIns="9144" rIns="9144" tIns="9144" bIns="9144"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 wrap="square" lIns="9144" rIns="9144" tIns="9144" bIns="9144"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 wrap="square" lIns="9144" rIns="9144" tIns="9144" bIns="9144"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 wrap="square" lIns="9144" rIns="9144" tIns="9144" bIns="9144"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 wrap="square" lIns="9144" rIns="9144" tIns="9144" bIns="9144"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 wrap="square" lIns="9144" rIns="9144" tIns="9144" bIns="9144"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 wrap="square" lIns="9144" rIns="9144" tIns="9144" bIns="9144"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 wrap="square" lIns="9144" rIns="9144" tIns="9144" bIns="9144"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755650">
                <a:tc>
                  <a:txBody>
                    <a:bodyPr wrap="square" lIns="9144" rIns="9144" tIns="9144" bIns="9144"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 wrap="square" lIns="9144" rIns="9144" tIns="9144" bIns="9144"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 wrap="square" lIns="9144" rIns="9144" tIns="9144" bIns="9144"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 wrap="square" lIns="9144" rIns="9144" tIns="9144" bIns="9144"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 wrap="square" lIns="9144" rIns="9144" tIns="9144" bIns="9144"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 wrap="square" lIns="9144" rIns="9144" tIns="9144" bIns="9144"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 wrap="square" lIns="9144" rIns="9144" tIns="9144" bIns="9144"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 wrap="square" lIns="9144" rIns="9144" tIns="9144" bIns="9144"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 wrap="square" lIns="9144" rIns="9144" tIns="9144" bIns="9144"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 wrap="square" lIns="9144" rIns="9144" tIns="9144" bIns="9144"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 wrap="square" lIns="9144" rIns="9144" tIns="9144" bIns="9144"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 wrap="square" lIns="9144" rIns="9144" tIns="9144" bIns="9144"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 wrap="square" lIns="9144" rIns="9144" tIns="9144" bIns="9144"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 wrap="square" lIns="9144" rIns="9144" tIns="9144" bIns="9144"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 wrap="square" lIns="9144" rIns="9144" tIns="9144" bIns="9144"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 wrap="square" lIns="9144" rIns="9144" tIns="9144" bIns="9144"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 wrap="square" lIns="9144" rIns="9144" tIns="9144" bIns="9144"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 wrap="square" lIns="9144" rIns="9144" tIns="9144" bIns="9144"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755650">
                <a:tc>
                  <a:txBody>
                    <a:bodyPr wrap="square" lIns="9144" rIns="9144" tIns="9144" bIns="9144"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 wrap="square" lIns="9144" rIns="9144" tIns="9144" bIns="9144"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 wrap="square" lIns="9144" rIns="9144" tIns="9144" bIns="9144"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 wrap="square" lIns="9144" rIns="9144" tIns="9144" bIns="9144"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 wrap="square" lIns="9144" rIns="9144" tIns="9144" bIns="9144"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 wrap="square" lIns="9144" rIns="9144" tIns="9144" bIns="9144"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 wrap="square" lIns="9144" rIns="9144" tIns="9144" bIns="9144"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 wrap="square" lIns="9144" rIns="9144" tIns="9144" bIns="9144"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 wrap="square" lIns="9144" rIns="9144" tIns="9144" bIns="9144"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 wrap="square" lIns="9144" rIns="9144" tIns="9144" bIns="9144"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 wrap="square" lIns="9144" rIns="9144" tIns="9144" bIns="9144"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 wrap="square" lIns="9144" rIns="9144" tIns="9144" bIns="9144"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 wrap="square" lIns="9144" rIns="9144" tIns="9144" bIns="9144"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 wrap="square" lIns="9144" rIns="9144" tIns="9144" bIns="9144"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 wrap="square" lIns="9144" rIns="9144" tIns="9144" bIns="9144"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 wrap="square" lIns="9144" rIns="9144" tIns="9144" bIns="9144"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 wrap="square" lIns="9144" rIns="9144" tIns="9144" bIns="9144"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 wrap="square" lIns="9144" rIns="9144" tIns="9144" bIns="9144"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cxnSp>
        <p:nvCxnSpPr>
          <p:cNvPr id="86" name="Google Shape;86;p13"/>
          <p:cNvCxnSpPr/>
          <p:nvPr/>
        </p:nvCxnSpPr>
        <p:spPr>
          <a:xfrm>
            <a:off x="2930314" y="2740165"/>
            <a:ext cx="3425304" cy="0"/>
          </a:xfrm>
          <a:prstGeom prst="straightConnector1">
            <a:avLst/>
          </a:prstGeom>
          <a:noFill/>
          <a:ln cap="flat" cmpd="sng" w="38100">
            <a:solidFill>
              <a:srgbClr val="0048E8"/>
            </a:solidFill>
            <a:prstDash val="dot"/>
            <a:round/>
            <a:headEnd len="sm" w="sm" type="none"/>
            <a:tailEnd len="sm" w="sm" type="none"/>
          </a:ln>
        </p:spPr>
      </p:cxnSp>
      <p:cxnSp>
        <p:nvCxnSpPr>
          <p:cNvPr id="87" name="Google Shape;87;p13"/>
          <p:cNvCxnSpPr/>
          <p:nvPr/>
        </p:nvCxnSpPr>
        <p:spPr>
          <a:xfrm flipH="1" rot="10800000">
            <a:off x="2607933" y="4531390"/>
            <a:ext cx="3194701" cy="19050"/>
          </a:xfrm>
          <a:prstGeom prst="straightConnector1">
            <a:avLst/>
          </a:prstGeom>
          <a:noFill/>
          <a:ln cap="flat" cmpd="sng" w="38100">
            <a:solidFill>
              <a:srgbClr val="0048E8"/>
            </a:solidFill>
            <a:prstDash val="dot"/>
            <a:round/>
            <a:headEnd len="sm" w="sm" type="none"/>
            <a:tailEnd len="sm" w="sm" type="none"/>
          </a:ln>
        </p:spPr>
      </p:cxnSp>
      <p:cxnSp>
        <p:nvCxnSpPr>
          <p:cNvPr id="88" name="Google Shape;88;p13"/>
          <p:cNvCxnSpPr/>
          <p:nvPr/>
        </p:nvCxnSpPr>
        <p:spPr>
          <a:xfrm flipH="1" rot="10800000">
            <a:off x="2608046" y="6336922"/>
            <a:ext cx="3194701" cy="19050"/>
          </a:xfrm>
          <a:prstGeom prst="straightConnector1">
            <a:avLst/>
          </a:prstGeom>
          <a:noFill/>
          <a:ln cap="flat" cmpd="sng" w="38100">
            <a:solidFill>
              <a:srgbClr val="0048E8"/>
            </a:solidFill>
            <a:prstDash val="dot"/>
            <a:round/>
            <a:headEnd len="sm" w="sm" type="none"/>
            <a:tailEnd len="sm" w="sm" type="none"/>
          </a:ln>
        </p:spPr>
      </p:cxnSp>
      <p:grpSp>
        <p:nvGrpSpPr>
          <p:cNvPr id="89" name="Google Shape;89;p13"/>
          <p:cNvGrpSpPr/>
          <p:nvPr/>
        </p:nvGrpSpPr>
        <p:grpSpPr>
          <a:xfrm>
            <a:off x="594858" y="344959"/>
            <a:ext cx="9502283" cy="1323381"/>
            <a:chOff x="0" y="-28575"/>
            <a:chExt cx="3405404" cy="474270"/>
          </a:xfrm>
        </p:grpSpPr>
        <p:sp>
          <p:nvSpPr>
            <p:cNvPr id="90" name="Google Shape;90;p13"/>
            <p:cNvSpPr/>
            <p:nvPr/>
          </p:nvSpPr>
          <p:spPr>
            <a:xfrm>
              <a:off x="0" y="0"/>
              <a:ext cx="3405404" cy="445695"/>
            </a:xfrm>
            <a:custGeom>
              <a:rect b="b" l="l" r="r" t="t"/>
              <a:pathLst>
                <a:path extrusionOk="0" h="445695" w="3405404">
                  <a:moveTo>
                    <a:pt x="0" y="0"/>
                  </a:moveTo>
                  <a:lnTo>
                    <a:pt x="3405404" y="0"/>
                  </a:lnTo>
                  <a:lnTo>
                    <a:pt x="3405404" y="445695"/>
                  </a:lnTo>
                  <a:lnTo>
                    <a:pt x="0" y="445695"/>
                  </a:lnTo>
                  <a:close/>
                </a:path>
              </a:pathLst>
            </a:custGeom>
            <a:solidFill>
              <a:srgbClr val="3167EC"/>
            </a:solidFill>
            <a:ln>
              <a:noFill/>
            </a:ln>
          </p:spPr>
          <p:txBody>
            <a:bodyPr wrap="square" lIns="9144" rIns="9144" tIns="9144" bIns="9144"/>
            <a:p/>
          </p:txBody>
        </p:sp>
        <p:sp>
          <p:nvSpPr>
            <p:cNvPr id="91" name="Google Shape;91;p13"/>
            <p:cNvSpPr txBox="1"/>
            <p:nvPr/>
          </p:nvSpPr>
          <p:spPr>
            <a:xfrm>
              <a:off x="0" y="-28575"/>
              <a:ext cx="3405404" cy="47427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4" lIns="9144" spcFirstLastPara="1" rIns="9144" wrap="square" tIns="9144">
              <a:noAutofit/>
            </a:bodyPr>
            <a:lstStyle/>
            <a:p>
              <a:pPr indent="0" lvl="0" marL="0" marR="0" rtl="0" algn="ctr">
                <a:lnSpc>
                  <a:spcPct val="108888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92" name="Google Shape;92;p13"/>
          <p:cNvGrpSpPr/>
          <p:nvPr/>
        </p:nvGrpSpPr>
        <p:grpSpPr>
          <a:xfrm>
            <a:off x="594858" y="2019210"/>
            <a:ext cx="2577287" cy="1362176"/>
            <a:chOff x="0" y="-28575"/>
            <a:chExt cx="923642" cy="488173"/>
          </a:xfrm>
        </p:grpSpPr>
        <p:sp>
          <p:nvSpPr>
            <p:cNvPr id="93" name="Google Shape;93;p13"/>
            <p:cNvSpPr/>
            <p:nvPr/>
          </p:nvSpPr>
          <p:spPr>
            <a:xfrm>
              <a:off x="0" y="0"/>
              <a:ext cx="923642" cy="459598"/>
            </a:xfrm>
            <a:custGeom>
              <a:rect b="b" l="l" r="r" t="t"/>
              <a:pathLst>
                <a:path extrusionOk="0" h="459598" w="923642">
                  <a:moveTo>
                    <a:pt x="720442" y="0"/>
                  </a:moveTo>
                  <a:lnTo>
                    <a:pt x="0" y="0"/>
                  </a:lnTo>
                  <a:lnTo>
                    <a:pt x="0" y="459598"/>
                  </a:lnTo>
                  <a:lnTo>
                    <a:pt x="720442" y="459598"/>
                  </a:lnTo>
                  <a:lnTo>
                    <a:pt x="923642" y="229799"/>
                  </a:lnTo>
                  <a:lnTo>
                    <a:pt x="720442" y="0"/>
                  </a:lnTo>
                  <a:close/>
                </a:path>
              </a:pathLst>
            </a:custGeom>
            <a:solidFill>
              <a:srgbClr val="3167EC"/>
            </a:solidFill>
            <a:ln>
              <a:noFill/>
            </a:ln>
          </p:spPr>
          <p:txBody>
            <a:bodyPr wrap="square" lIns="9144" rIns="9144" tIns="9144" bIns="9144"/>
            <a:p/>
          </p:txBody>
        </p:sp>
        <p:sp>
          <p:nvSpPr>
            <p:cNvPr id="94" name="Google Shape;94;p13"/>
            <p:cNvSpPr txBox="1"/>
            <p:nvPr/>
          </p:nvSpPr>
          <p:spPr>
            <a:xfrm>
              <a:off x="0" y="-28575"/>
              <a:ext cx="809342" cy="48817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4" lIns="9144" spcFirstLastPara="1" rIns="9144" wrap="square" tIns="9144">
              <a:noAutofit/>
            </a:bodyPr>
            <a:lstStyle/>
            <a:p>
              <a:pPr indent="0" lvl="0" marL="0" marR="0" rtl="0" algn="ctr">
                <a:lnSpc>
                  <a:spcPct val="108888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95" name="Google Shape;95;p13"/>
          <p:cNvGrpSpPr/>
          <p:nvPr/>
        </p:nvGrpSpPr>
        <p:grpSpPr>
          <a:xfrm>
            <a:off x="594858" y="3810435"/>
            <a:ext cx="2577287" cy="1362176"/>
            <a:chOff x="0" y="-28575"/>
            <a:chExt cx="923642" cy="488173"/>
          </a:xfrm>
        </p:grpSpPr>
        <p:sp>
          <p:nvSpPr>
            <p:cNvPr id="96" name="Google Shape;96;p13"/>
            <p:cNvSpPr/>
            <p:nvPr/>
          </p:nvSpPr>
          <p:spPr>
            <a:xfrm>
              <a:off x="0" y="0"/>
              <a:ext cx="923642" cy="459598"/>
            </a:xfrm>
            <a:custGeom>
              <a:rect b="b" l="l" r="r" t="t"/>
              <a:pathLst>
                <a:path extrusionOk="0" h="459598" w="923642">
                  <a:moveTo>
                    <a:pt x="720442" y="0"/>
                  </a:moveTo>
                  <a:lnTo>
                    <a:pt x="0" y="0"/>
                  </a:lnTo>
                  <a:lnTo>
                    <a:pt x="0" y="459598"/>
                  </a:lnTo>
                  <a:lnTo>
                    <a:pt x="720442" y="459598"/>
                  </a:lnTo>
                  <a:lnTo>
                    <a:pt x="923642" y="229799"/>
                  </a:lnTo>
                  <a:lnTo>
                    <a:pt x="720442" y="0"/>
                  </a:lnTo>
                  <a:close/>
                </a:path>
              </a:pathLst>
            </a:custGeom>
            <a:solidFill>
              <a:srgbClr val="3167EC"/>
            </a:solidFill>
            <a:ln>
              <a:noFill/>
            </a:ln>
          </p:spPr>
          <p:txBody>
            <a:bodyPr wrap="square" lIns="9144" rIns="9144" tIns="9144" bIns="9144"/>
            <a:p/>
          </p:txBody>
        </p:sp>
        <p:sp>
          <p:nvSpPr>
            <p:cNvPr id="97" name="Google Shape;97;p13"/>
            <p:cNvSpPr txBox="1"/>
            <p:nvPr/>
          </p:nvSpPr>
          <p:spPr>
            <a:xfrm>
              <a:off x="0" y="-28575"/>
              <a:ext cx="809342" cy="48817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4" lIns="9144" spcFirstLastPara="1" rIns="9144" wrap="square" tIns="9144">
              <a:noAutofit/>
            </a:bodyPr>
            <a:lstStyle/>
            <a:p>
              <a:pPr indent="0" lvl="0" marL="0" marR="0" rtl="0" algn="ctr">
                <a:lnSpc>
                  <a:spcPct val="108888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98" name="Google Shape;98;p13"/>
          <p:cNvGrpSpPr/>
          <p:nvPr/>
        </p:nvGrpSpPr>
        <p:grpSpPr>
          <a:xfrm>
            <a:off x="594858" y="5642672"/>
            <a:ext cx="2577287" cy="1362176"/>
            <a:chOff x="0" y="-28575"/>
            <a:chExt cx="923642" cy="488173"/>
          </a:xfrm>
        </p:grpSpPr>
        <p:sp>
          <p:nvSpPr>
            <p:cNvPr id="99" name="Google Shape;99;p13"/>
            <p:cNvSpPr/>
            <p:nvPr/>
          </p:nvSpPr>
          <p:spPr>
            <a:xfrm>
              <a:off x="0" y="0"/>
              <a:ext cx="923642" cy="459598"/>
            </a:xfrm>
            <a:custGeom>
              <a:rect b="b" l="l" r="r" t="t"/>
              <a:pathLst>
                <a:path extrusionOk="0" h="459598" w="923642">
                  <a:moveTo>
                    <a:pt x="720442" y="0"/>
                  </a:moveTo>
                  <a:lnTo>
                    <a:pt x="0" y="0"/>
                  </a:lnTo>
                  <a:lnTo>
                    <a:pt x="0" y="459598"/>
                  </a:lnTo>
                  <a:lnTo>
                    <a:pt x="720442" y="459598"/>
                  </a:lnTo>
                  <a:lnTo>
                    <a:pt x="923642" y="229799"/>
                  </a:lnTo>
                  <a:lnTo>
                    <a:pt x="720442" y="0"/>
                  </a:lnTo>
                  <a:close/>
                </a:path>
              </a:pathLst>
            </a:custGeom>
            <a:solidFill>
              <a:srgbClr val="3167EC"/>
            </a:solidFill>
            <a:ln>
              <a:noFill/>
            </a:ln>
          </p:spPr>
          <p:txBody>
            <a:bodyPr wrap="square" lIns="9144" rIns="9144" tIns="9144" bIns="9144"/>
            <a:p/>
          </p:txBody>
        </p:sp>
        <p:sp>
          <p:nvSpPr>
            <p:cNvPr id="100" name="Google Shape;100;p13"/>
            <p:cNvSpPr txBox="1"/>
            <p:nvPr/>
          </p:nvSpPr>
          <p:spPr>
            <a:xfrm>
              <a:off x="0" y="-28575"/>
              <a:ext cx="809342" cy="48817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4" lIns="9144" spcFirstLastPara="1" rIns="9144" wrap="square" tIns="9144">
              <a:noAutofit/>
            </a:bodyPr>
            <a:lstStyle/>
            <a:p>
              <a:pPr indent="0" lvl="0" marL="0" marR="0" rtl="0" algn="ctr">
                <a:lnSpc>
                  <a:spcPct val="108888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01" name="Google Shape;101;p13"/>
          <p:cNvGrpSpPr/>
          <p:nvPr/>
        </p:nvGrpSpPr>
        <p:grpSpPr>
          <a:xfrm>
            <a:off x="3778331" y="2019210"/>
            <a:ext cx="2577287" cy="1362176"/>
            <a:chOff x="0" y="-28575"/>
            <a:chExt cx="923642" cy="488173"/>
          </a:xfrm>
        </p:grpSpPr>
        <p:sp>
          <p:nvSpPr>
            <p:cNvPr id="102" name="Google Shape;102;p13"/>
            <p:cNvSpPr/>
            <p:nvPr/>
          </p:nvSpPr>
          <p:spPr>
            <a:xfrm>
              <a:off x="0" y="0"/>
              <a:ext cx="923642" cy="459598"/>
            </a:xfrm>
            <a:custGeom>
              <a:rect b="b" l="l" r="r" t="t"/>
              <a:pathLst>
                <a:path extrusionOk="0" h="459598" w="923642">
                  <a:moveTo>
                    <a:pt x="720442" y="0"/>
                  </a:moveTo>
                  <a:lnTo>
                    <a:pt x="0" y="0"/>
                  </a:lnTo>
                  <a:lnTo>
                    <a:pt x="0" y="459598"/>
                  </a:lnTo>
                  <a:lnTo>
                    <a:pt x="720442" y="459598"/>
                  </a:lnTo>
                  <a:lnTo>
                    <a:pt x="923642" y="229799"/>
                  </a:lnTo>
                  <a:lnTo>
                    <a:pt x="720442" y="0"/>
                  </a:lnTo>
                  <a:close/>
                </a:path>
              </a:pathLst>
            </a:custGeom>
            <a:solidFill>
              <a:srgbClr val="3167EC"/>
            </a:solidFill>
            <a:ln>
              <a:noFill/>
            </a:ln>
          </p:spPr>
          <p:txBody>
            <a:bodyPr wrap="square" lIns="9144" rIns="9144" tIns="9144" bIns="9144"/>
            <a:p/>
          </p:txBody>
        </p:sp>
        <p:sp>
          <p:nvSpPr>
            <p:cNvPr id="103" name="Google Shape;103;p13"/>
            <p:cNvSpPr txBox="1"/>
            <p:nvPr/>
          </p:nvSpPr>
          <p:spPr>
            <a:xfrm>
              <a:off x="0" y="-28575"/>
              <a:ext cx="809342" cy="48817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4" lIns="9144" spcFirstLastPara="1" rIns="9144" wrap="square" tIns="9144">
              <a:noAutofit/>
            </a:bodyPr>
            <a:lstStyle/>
            <a:p>
              <a:pPr indent="0" lvl="0" marL="0" marR="0" rtl="0" algn="ctr">
                <a:lnSpc>
                  <a:spcPct val="108888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04" name="Google Shape;104;p13"/>
          <p:cNvGrpSpPr/>
          <p:nvPr/>
        </p:nvGrpSpPr>
        <p:grpSpPr>
          <a:xfrm>
            <a:off x="3778331" y="3810435"/>
            <a:ext cx="2577287" cy="1362176"/>
            <a:chOff x="0" y="-28575"/>
            <a:chExt cx="923642" cy="488173"/>
          </a:xfrm>
        </p:grpSpPr>
        <p:sp>
          <p:nvSpPr>
            <p:cNvPr id="105" name="Google Shape;105;p13"/>
            <p:cNvSpPr/>
            <p:nvPr/>
          </p:nvSpPr>
          <p:spPr>
            <a:xfrm>
              <a:off x="0" y="0"/>
              <a:ext cx="923642" cy="459598"/>
            </a:xfrm>
            <a:custGeom>
              <a:rect b="b" l="l" r="r" t="t"/>
              <a:pathLst>
                <a:path extrusionOk="0" h="459598" w="923642">
                  <a:moveTo>
                    <a:pt x="720442" y="0"/>
                  </a:moveTo>
                  <a:lnTo>
                    <a:pt x="0" y="0"/>
                  </a:lnTo>
                  <a:lnTo>
                    <a:pt x="0" y="459598"/>
                  </a:lnTo>
                  <a:lnTo>
                    <a:pt x="720442" y="459598"/>
                  </a:lnTo>
                  <a:lnTo>
                    <a:pt x="923642" y="229799"/>
                  </a:lnTo>
                  <a:lnTo>
                    <a:pt x="720442" y="0"/>
                  </a:lnTo>
                  <a:close/>
                </a:path>
              </a:pathLst>
            </a:custGeom>
            <a:solidFill>
              <a:srgbClr val="3167EC"/>
            </a:solidFill>
            <a:ln>
              <a:noFill/>
            </a:ln>
          </p:spPr>
          <p:txBody>
            <a:bodyPr wrap="square" lIns="9144" rIns="9144" tIns="9144" bIns="9144"/>
            <a:p/>
          </p:txBody>
        </p:sp>
        <p:sp>
          <p:nvSpPr>
            <p:cNvPr id="106" name="Google Shape;106;p13"/>
            <p:cNvSpPr txBox="1"/>
            <p:nvPr/>
          </p:nvSpPr>
          <p:spPr>
            <a:xfrm>
              <a:off x="0" y="-28575"/>
              <a:ext cx="809342" cy="48817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4" lIns="9144" spcFirstLastPara="1" rIns="9144" wrap="square" tIns="9144">
              <a:noAutofit/>
            </a:bodyPr>
            <a:lstStyle/>
            <a:p>
              <a:pPr indent="0" lvl="0" marL="0" marR="0" rtl="0" algn="ctr">
                <a:lnSpc>
                  <a:spcPct val="108888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07" name="Google Shape;107;p13"/>
          <p:cNvGrpSpPr/>
          <p:nvPr/>
        </p:nvGrpSpPr>
        <p:grpSpPr>
          <a:xfrm>
            <a:off x="3778331" y="5642672"/>
            <a:ext cx="2577287" cy="1362176"/>
            <a:chOff x="0" y="-28575"/>
            <a:chExt cx="923642" cy="488173"/>
          </a:xfrm>
        </p:grpSpPr>
        <p:sp>
          <p:nvSpPr>
            <p:cNvPr id="108" name="Google Shape;108;p13"/>
            <p:cNvSpPr/>
            <p:nvPr/>
          </p:nvSpPr>
          <p:spPr>
            <a:xfrm>
              <a:off x="0" y="0"/>
              <a:ext cx="923642" cy="459598"/>
            </a:xfrm>
            <a:custGeom>
              <a:rect b="b" l="l" r="r" t="t"/>
              <a:pathLst>
                <a:path extrusionOk="0" h="459598" w="923642">
                  <a:moveTo>
                    <a:pt x="720442" y="0"/>
                  </a:moveTo>
                  <a:lnTo>
                    <a:pt x="0" y="0"/>
                  </a:lnTo>
                  <a:lnTo>
                    <a:pt x="0" y="459598"/>
                  </a:lnTo>
                  <a:lnTo>
                    <a:pt x="720442" y="459598"/>
                  </a:lnTo>
                  <a:lnTo>
                    <a:pt x="923642" y="229799"/>
                  </a:lnTo>
                  <a:lnTo>
                    <a:pt x="720442" y="0"/>
                  </a:lnTo>
                  <a:close/>
                </a:path>
              </a:pathLst>
            </a:custGeom>
            <a:solidFill>
              <a:srgbClr val="3167EC"/>
            </a:solidFill>
            <a:ln>
              <a:noFill/>
            </a:ln>
          </p:spPr>
          <p:txBody>
            <a:bodyPr wrap="square" lIns="9144" rIns="9144" tIns="9144" bIns="9144"/>
            <a:p/>
          </p:txBody>
        </p:sp>
        <p:sp>
          <p:nvSpPr>
            <p:cNvPr id="109" name="Google Shape;109;p13"/>
            <p:cNvSpPr txBox="1"/>
            <p:nvPr/>
          </p:nvSpPr>
          <p:spPr>
            <a:xfrm>
              <a:off x="0" y="-28575"/>
              <a:ext cx="809342" cy="48817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4" lIns="9144" spcFirstLastPara="1" rIns="9144" wrap="square" tIns="9144">
              <a:noAutofit/>
            </a:bodyPr>
            <a:lstStyle/>
            <a:p>
              <a:pPr indent="0" lvl="0" marL="0" marR="0" rtl="0" algn="ctr">
                <a:lnSpc>
                  <a:spcPct val="108888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10" name="Google Shape;110;p13"/>
          <p:cNvGrpSpPr/>
          <p:nvPr/>
        </p:nvGrpSpPr>
        <p:grpSpPr>
          <a:xfrm>
            <a:off x="6950393" y="2006636"/>
            <a:ext cx="3135338" cy="645001"/>
            <a:chOff x="0" y="-28575"/>
            <a:chExt cx="970577" cy="199667"/>
          </a:xfrm>
        </p:grpSpPr>
        <p:sp>
          <p:nvSpPr>
            <p:cNvPr id="111" name="Google Shape;111;p13"/>
            <p:cNvSpPr/>
            <p:nvPr/>
          </p:nvSpPr>
          <p:spPr>
            <a:xfrm>
              <a:off x="0" y="0"/>
              <a:ext cx="970577" cy="171092"/>
            </a:xfrm>
            <a:custGeom>
              <a:rect b="b" l="l" r="r" t="t"/>
              <a:pathLst>
                <a:path extrusionOk="0" h="171092" w="970577">
                  <a:moveTo>
                    <a:pt x="0" y="0"/>
                  </a:moveTo>
                  <a:lnTo>
                    <a:pt x="970577" y="0"/>
                  </a:lnTo>
                  <a:lnTo>
                    <a:pt x="970577" y="171092"/>
                  </a:lnTo>
                  <a:lnTo>
                    <a:pt x="0" y="171092"/>
                  </a:lnTo>
                  <a:close/>
                </a:path>
              </a:pathLst>
            </a:custGeom>
            <a:solidFill>
              <a:srgbClr val="3167EC"/>
            </a:solidFill>
            <a:ln>
              <a:noFill/>
            </a:ln>
          </p:spPr>
          <p:txBody>
            <a:bodyPr wrap="square" lIns="9144" rIns="9144" tIns="9144" bIns="9144"/>
            <a:p/>
          </p:txBody>
        </p:sp>
        <p:sp>
          <p:nvSpPr>
            <p:cNvPr id="112" name="Google Shape;112;p13"/>
            <p:cNvSpPr txBox="1"/>
            <p:nvPr/>
          </p:nvSpPr>
          <p:spPr>
            <a:xfrm>
              <a:off x="0" y="-28575"/>
              <a:ext cx="970577" cy="19966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4" lIns="9144" spcFirstLastPara="1" rIns="9144" wrap="square" tIns="9144">
              <a:noAutofit/>
            </a:bodyPr>
            <a:lstStyle/>
            <a:p>
              <a:pPr indent="0" lvl="0" marL="0" marR="0" rtl="0" algn="ctr">
                <a:lnSpc>
                  <a:spcPct val="108888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13" name="Google Shape;113;p13"/>
          <p:cNvGrpSpPr/>
          <p:nvPr/>
        </p:nvGrpSpPr>
        <p:grpSpPr>
          <a:xfrm>
            <a:off x="6950393" y="2736385"/>
            <a:ext cx="3135338" cy="645001"/>
            <a:chOff x="0" y="-28575"/>
            <a:chExt cx="970577" cy="199667"/>
          </a:xfrm>
        </p:grpSpPr>
        <p:sp>
          <p:nvSpPr>
            <p:cNvPr id="114" name="Google Shape;114;p13"/>
            <p:cNvSpPr/>
            <p:nvPr/>
          </p:nvSpPr>
          <p:spPr>
            <a:xfrm>
              <a:off x="0" y="0"/>
              <a:ext cx="970577" cy="171092"/>
            </a:xfrm>
            <a:custGeom>
              <a:rect b="b" l="l" r="r" t="t"/>
              <a:pathLst>
                <a:path extrusionOk="0" h="171092" w="970577">
                  <a:moveTo>
                    <a:pt x="0" y="0"/>
                  </a:moveTo>
                  <a:lnTo>
                    <a:pt x="970577" y="0"/>
                  </a:lnTo>
                  <a:lnTo>
                    <a:pt x="970577" y="171092"/>
                  </a:lnTo>
                  <a:lnTo>
                    <a:pt x="0" y="171092"/>
                  </a:lnTo>
                  <a:close/>
                </a:path>
              </a:pathLst>
            </a:custGeom>
            <a:solidFill>
              <a:srgbClr val="3167EC"/>
            </a:solidFill>
            <a:ln>
              <a:noFill/>
            </a:ln>
          </p:spPr>
          <p:txBody>
            <a:bodyPr wrap="square" lIns="9144" rIns="9144" tIns="9144" bIns="9144"/>
            <a:p/>
          </p:txBody>
        </p:sp>
        <p:sp>
          <p:nvSpPr>
            <p:cNvPr id="115" name="Google Shape;115;p13"/>
            <p:cNvSpPr txBox="1"/>
            <p:nvPr/>
          </p:nvSpPr>
          <p:spPr>
            <a:xfrm>
              <a:off x="0" y="-28575"/>
              <a:ext cx="970577" cy="19966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4" lIns="9144" spcFirstLastPara="1" rIns="9144" wrap="square" tIns="9144">
              <a:noAutofit/>
            </a:bodyPr>
            <a:lstStyle/>
            <a:p>
              <a:pPr indent="0" lvl="0" marL="0" marR="0" rtl="0" algn="ctr">
                <a:lnSpc>
                  <a:spcPct val="108888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16" name="Google Shape;116;p13"/>
          <p:cNvGrpSpPr/>
          <p:nvPr/>
        </p:nvGrpSpPr>
        <p:grpSpPr>
          <a:xfrm>
            <a:off x="6961804" y="3797861"/>
            <a:ext cx="3135338" cy="645001"/>
            <a:chOff x="0" y="-28575"/>
            <a:chExt cx="970577" cy="199667"/>
          </a:xfrm>
        </p:grpSpPr>
        <p:sp>
          <p:nvSpPr>
            <p:cNvPr id="117" name="Google Shape;117;p13"/>
            <p:cNvSpPr/>
            <p:nvPr/>
          </p:nvSpPr>
          <p:spPr>
            <a:xfrm>
              <a:off x="0" y="0"/>
              <a:ext cx="970577" cy="171092"/>
            </a:xfrm>
            <a:custGeom>
              <a:rect b="b" l="l" r="r" t="t"/>
              <a:pathLst>
                <a:path extrusionOk="0" h="171092" w="970577">
                  <a:moveTo>
                    <a:pt x="0" y="0"/>
                  </a:moveTo>
                  <a:lnTo>
                    <a:pt x="970577" y="0"/>
                  </a:lnTo>
                  <a:lnTo>
                    <a:pt x="970577" y="171092"/>
                  </a:lnTo>
                  <a:lnTo>
                    <a:pt x="0" y="171092"/>
                  </a:lnTo>
                  <a:close/>
                </a:path>
              </a:pathLst>
            </a:custGeom>
            <a:solidFill>
              <a:srgbClr val="3167EC"/>
            </a:solidFill>
            <a:ln>
              <a:noFill/>
            </a:ln>
          </p:spPr>
          <p:txBody>
            <a:bodyPr wrap="square" lIns="9144" rIns="9144" tIns="9144" bIns="9144"/>
            <a:p/>
          </p:txBody>
        </p:sp>
        <p:sp>
          <p:nvSpPr>
            <p:cNvPr id="118" name="Google Shape;118;p13"/>
            <p:cNvSpPr txBox="1"/>
            <p:nvPr/>
          </p:nvSpPr>
          <p:spPr>
            <a:xfrm>
              <a:off x="0" y="-28575"/>
              <a:ext cx="970577" cy="19966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4" lIns="9144" spcFirstLastPara="1" rIns="9144" wrap="square" tIns="9144">
              <a:noAutofit/>
            </a:bodyPr>
            <a:lstStyle/>
            <a:p>
              <a:pPr indent="0" lvl="0" marL="0" marR="0" rtl="0" algn="ctr">
                <a:lnSpc>
                  <a:spcPct val="108888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19" name="Google Shape;119;p13"/>
          <p:cNvGrpSpPr/>
          <p:nvPr/>
        </p:nvGrpSpPr>
        <p:grpSpPr>
          <a:xfrm>
            <a:off x="6961804" y="4527610"/>
            <a:ext cx="3135338" cy="645001"/>
            <a:chOff x="0" y="-28575"/>
            <a:chExt cx="970577" cy="199667"/>
          </a:xfrm>
        </p:grpSpPr>
        <p:sp>
          <p:nvSpPr>
            <p:cNvPr id="120" name="Google Shape;120;p13"/>
            <p:cNvSpPr/>
            <p:nvPr/>
          </p:nvSpPr>
          <p:spPr>
            <a:xfrm>
              <a:off x="0" y="0"/>
              <a:ext cx="970577" cy="171092"/>
            </a:xfrm>
            <a:custGeom>
              <a:rect b="b" l="l" r="r" t="t"/>
              <a:pathLst>
                <a:path extrusionOk="0" h="171092" w="970577">
                  <a:moveTo>
                    <a:pt x="0" y="0"/>
                  </a:moveTo>
                  <a:lnTo>
                    <a:pt x="970577" y="0"/>
                  </a:lnTo>
                  <a:lnTo>
                    <a:pt x="970577" y="171092"/>
                  </a:lnTo>
                  <a:lnTo>
                    <a:pt x="0" y="171092"/>
                  </a:lnTo>
                  <a:close/>
                </a:path>
              </a:pathLst>
            </a:custGeom>
            <a:solidFill>
              <a:srgbClr val="3167EC"/>
            </a:solidFill>
            <a:ln>
              <a:noFill/>
            </a:ln>
          </p:spPr>
          <p:txBody>
            <a:bodyPr wrap="square" lIns="9144" rIns="9144" tIns="9144" bIns="9144"/>
            <a:p/>
          </p:txBody>
        </p:sp>
        <p:sp>
          <p:nvSpPr>
            <p:cNvPr id="121" name="Google Shape;121;p13"/>
            <p:cNvSpPr txBox="1"/>
            <p:nvPr/>
          </p:nvSpPr>
          <p:spPr>
            <a:xfrm>
              <a:off x="0" y="-28575"/>
              <a:ext cx="970577" cy="19966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4" lIns="9144" spcFirstLastPara="1" rIns="9144" wrap="square" tIns="9144">
              <a:noAutofit/>
            </a:bodyPr>
            <a:lstStyle/>
            <a:p>
              <a:pPr indent="0" lvl="0" marL="0" marR="0" rtl="0" algn="ctr">
                <a:lnSpc>
                  <a:spcPct val="108888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22" name="Google Shape;122;p13"/>
          <p:cNvGrpSpPr/>
          <p:nvPr/>
        </p:nvGrpSpPr>
        <p:grpSpPr>
          <a:xfrm>
            <a:off x="6961804" y="5630097"/>
            <a:ext cx="3135352" cy="645004"/>
            <a:chOff x="0" y="-28575"/>
            <a:chExt cx="970577" cy="199667"/>
          </a:xfrm>
        </p:grpSpPr>
        <p:sp>
          <p:nvSpPr>
            <p:cNvPr id="123" name="Google Shape;123;p13"/>
            <p:cNvSpPr/>
            <p:nvPr/>
          </p:nvSpPr>
          <p:spPr>
            <a:xfrm>
              <a:off x="0" y="0"/>
              <a:ext cx="970577" cy="171092"/>
            </a:xfrm>
            <a:custGeom>
              <a:rect b="b" l="l" r="r" t="t"/>
              <a:pathLst>
                <a:path extrusionOk="0" h="171092" w="970577">
                  <a:moveTo>
                    <a:pt x="0" y="0"/>
                  </a:moveTo>
                  <a:lnTo>
                    <a:pt x="970577" y="0"/>
                  </a:lnTo>
                  <a:lnTo>
                    <a:pt x="970577" y="171092"/>
                  </a:lnTo>
                  <a:lnTo>
                    <a:pt x="0" y="171092"/>
                  </a:lnTo>
                  <a:close/>
                </a:path>
              </a:pathLst>
            </a:custGeom>
            <a:solidFill>
              <a:srgbClr val="3167EC"/>
            </a:solidFill>
            <a:ln>
              <a:noFill/>
            </a:ln>
          </p:spPr>
          <p:txBody>
            <a:bodyPr wrap="square" lIns="9144" rIns="9144" tIns="9144" bIns="9144"/>
            <a:p/>
          </p:txBody>
        </p:sp>
        <p:sp>
          <p:nvSpPr>
            <p:cNvPr id="124" name="Google Shape;124;p13"/>
            <p:cNvSpPr txBox="1"/>
            <p:nvPr/>
          </p:nvSpPr>
          <p:spPr>
            <a:xfrm>
              <a:off x="0" y="-28575"/>
              <a:ext cx="970577" cy="19966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4" lIns="9144" spcFirstLastPara="1" rIns="9144" wrap="square" tIns="9144">
              <a:noAutofit/>
            </a:bodyPr>
            <a:lstStyle/>
            <a:p>
              <a:pPr indent="0" lvl="0" marL="0" marR="0" rtl="0" algn="ctr">
                <a:lnSpc>
                  <a:spcPct val="108888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25" name="Google Shape;125;p13"/>
          <p:cNvGrpSpPr/>
          <p:nvPr/>
        </p:nvGrpSpPr>
        <p:grpSpPr>
          <a:xfrm>
            <a:off x="6961804" y="6359847"/>
            <a:ext cx="3135338" cy="645001"/>
            <a:chOff x="0" y="-28575"/>
            <a:chExt cx="970577" cy="199667"/>
          </a:xfrm>
        </p:grpSpPr>
        <p:sp>
          <p:nvSpPr>
            <p:cNvPr id="126" name="Google Shape;126;p13"/>
            <p:cNvSpPr/>
            <p:nvPr/>
          </p:nvSpPr>
          <p:spPr>
            <a:xfrm>
              <a:off x="0" y="0"/>
              <a:ext cx="970577" cy="171092"/>
            </a:xfrm>
            <a:custGeom>
              <a:rect b="b" l="l" r="r" t="t"/>
              <a:pathLst>
                <a:path extrusionOk="0" h="171092" w="970577">
                  <a:moveTo>
                    <a:pt x="0" y="0"/>
                  </a:moveTo>
                  <a:lnTo>
                    <a:pt x="970577" y="0"/>
                  </a:lnTo>
                  <a:lnTo>
                    <a:pt x="970577" y="171092"/>
                  </a:lnTo>
                  <a:lnTo>
                    <a:pt x="0" y="171092"/>
                  </a:lnTo>
                  <a:close/>
                </a:path>
              </a:pathLst>
            </a:custGeom>
            <a:solidFill>
              <a:srgbClr val="3167EC"/>
            </a:solidFill>
            <a:ln>
              <a:noFill/>
            </a:ln>
          </p:spPr>
          <p:txBody>
            <a:bodyPr wrap="square" lIns="9144" rIns="9144" tIns="9144" bIns="9144"/>
            <a:p/>
          </p:txBody>
        </p:sp>
        <p:sp>
          <p:nvSpPr>
            <p:cNvPr id="127" name="Google Shape;127;p13"/>
            <p:cNvSpPr txBox="1"/>
            <p:nvPr/>
          </p:nvSpPr>
          <p:spPr>
            <a:xfrm>
              <a:off x="0" y="-28575"/>
              <a:ext cx="970577" cy="19966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4" lIns="9144" spcFirstLastPara="1" rIns="9144" wrap="square" tIns="9144">
              <a:noAutofit/>
            </a:bodyPr>
            <a:lstStyle/>
            <a:p>
              <a:pPr indent="0" lvl="0" marL="0" marR="0" rtl="0" algn="ctr">
                <a:lnSpc>
                  <a:spcPct val="108888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28" name="Google Shape;128;p13"/>
          <p:cNvSpPr txBox="1"/>
          <p:nvPr/>
        </p:nvSpPr>
        <p:spPr>
          <a:xfrm>
            <a:off x="594858" y="572966"/>
            <a:ext cx="9502283" cy="819149"/>
          </a:xfrm>
          <a:prstGeom prst="rect">
            <a:avLst/>
          </a:prstGeom>
          <a:noFill/>
          <a:ln>
            <a:noFill/>
          </a:ln>
        </p:spPr>
        <p:txBody>
          <a:bodyPr anchorCtr="0" anchor="t" bIns="9144" lIns="9144" spcFirstLastPara="1" rIns="9144" wrap="square" tIns="9144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9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ASOSIY INVESTITSIYA QARORI</a:t>
            </a:r>
            <a:endParaRPr/>
          </a:p>
        </p:txBody>
      </p:sp>
      <p:sp>
        <p:nvSpPr>
          <p:cNvPr id="129" name="Google Shape;129;p13"/>
          <p:cNvSpPr txBox="1"/>
          <p:nvPr/>
        </p:nvSpPr>
        <p:spPr>
          <a:xfrm>
            <a:off x="7978435" y="2206518"/>
            <a:ext cx="1079255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9144" lIns="9144" spcFirstLastPara="1" rIns="9144" wrap="square" tIns="9144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82" u="none" cap="none" strike="noStrike">
                <a:solidFill>
                  <a:srgbClr val="FDFFFD"/>
                </a:solidFill>
                <a:latin typeface="Arimo"/>
                <a:ea typeface="Arimo"/>
                <a:cs typeface="Arimo"/>
                <a:sym typeface="Arimo"/>
              </a:rPr>
              <a:t>Barg tuguni</a:t>
            </a:r>
            <a:endParaRPr/>
          </a:p>
        </p:txBody>
      </p:sp>
      <p:sp>
        <p:nvSpPr>
          <p:cNvPr id="130" name="Google Shape;130;p13"/>
          <p:cNvSpPr txBox="1"/>
          <p:nvPr/>
        </p:nvSpPr>
        <p:spPr>
          <a:xfrm>
            <a:off x="7978435" y="2936266"/>
            <a:ext cx="1079255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9144" lIns="9144" spcFirstLastPara="1" rIns="9144" wrap="square" tIns="9144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82" u="none" cap="none" strike="noStrike">
                <a:solidFill>
                  <a:srgbClr val="FDFFFD"/>
                </a:solidFill>
                <a:latin typeface="Arimo"/>
                <a:ea typeface="Arimo"/>
                <a:cs typeface="Arimo"/>
                <a:sym typeface="Arimo"/>
              </a:rPr>
              <a:t>Barg tuguni</a:t>
            </a:r>
            <a:endParaRPr/>
          </a:p>
        </p:txBody>
      </p:sp>
      <p:sp>
        <p:nvSpPr>
          <p:cNvPr id="131" name="Google Shape;131;p13"/>
          <p:cNvSpPr txBox="1"/>
          <p:nvPr/>
        </p:nvSpPr>
        <p:spPr>
          <a:xfrm>
            <a:off x="7989845" y="3997743"/>
            <a:ext cx="1079255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9144" lIns="9144" spcFirstLastPara="1" rIns="9144" wrap="square" tIns="9144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82" u="none" cap="none" strike="noStrike">
                <a:solidFill>
                  <a:srgbClr val="FDFFFD"/>
                </a:solidFill>
                <a:latin typeface="Arimo"/>
                <a:ea typeface="Arimo"/>
                <a:cs typeface="Arimo"/>
                <a:sym typeface="Arimo"/>
              </a:rPr>
              <a:t>Barg tuguni</a:t>
            </a:r>
            <a:endParaRPr/>
          </a:p>
        </p:txBody>
      </p:sp>
      <p:sp>
        <p:nvSpPr>
          <p:cNvPr id="132" name="Google Shape;132;p13"/>
          <p:cNvSpPr txBox="1"/>
          <p:nvPr/>
        </p:nvSpPr>
        <p:spPr>
          <a:xfrm>
            <a:off x="7989845" y="4727491"/>
            <a:ext cx="1079255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9144" lIns="9144" spcFirstLastPara="1" rIns="9144" wrap="square" tIns="9144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82" u="none" cap="none" strike="noStrike">
                <a:solidFill>
                  <a:srgbClr val="FDFFFD"/>
                </a:solidFill>
                <a:latin typeface="Arimo"/>
                <a:ea typeface="Arimo"/>
                <a:cs typeface="Arimo"/>
                <a:sym typeface="Arimo"/>
              </a:rPr>
              <a:t>Barg tuguni</a:t>
            </a:r>
            <a:endParaRPr/>
          </a:p>
        </p:txBody>
      </p:sp>
      <p:sp>
        <p:nvSpPr>
          <p:cNvPr id="133" name="Google Shape;133;p13"/>
          <p:cNvSpPr txBox="1"/>
          <p:nvPr/>
        </p:nvSpPr>
        <p:spPr>
          <a:xfrm>
            <a:off x="7989845" y="5829980"/>
            <a:ext cx="1079255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9144" lIns="9144" spcFirstLastPara="1" rIns="9144" wrap="square" tIns="9144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82" u="none" cap="none" strike="noStrike">
                <a:solidFill>
                  <a:srgbClr val="FDFFFD"/>
                </a:solidFill>
                <a:latin typeface="Arimo"/>
                <a:ea typeface="Arimo"/>
                <a:cs typeface="Arimo"/>
                <a:sym typeface="Arimo"/>
              </a:rPr>
              <a:t>Barg tuguni</a:t>
            </a:r>
            <a:endParaRPr/>
          </a:p>
        </p:txBody>
      </p:sp>
      <p:sp>
        <p:nvSpPr>
          <p:cNvPr id="134" name="Google Shape;134;p13"/>
          <p:cNvSpPr txBox="1"/>
          <p:nvPr/>
        </p:nvSpPr>
        <p:spPr>
          <a:xfrm>
            <a:off x="7989845" y="6559728"/>
            <a:ext cx="1079255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9144" lIns="9144" spcFirstLastPara="1" rIns="9144" wrap="square" tIns="9144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82" u="none" cap="none" strike="noStrike">
                <a:solidFill>
                  <a:srgbClr val="FDFFFD"/>
                </a:solidFill>
                <a:latin typeface="Arimo"/>
                <a:ea typeface="Arimo"/>
                <a:cs typeface="Arimo"/>
                <a:sym typeface="Arimo"/>
              </a:rPr>
              <a:t>Barg tuguni</a:t>
            </a:r>
            <a:endParaRPr/>
          </a:p>
        </p:txBody>
      </p:sp>
      <p:sp>
        <p:nvSpPr>
          <p:cNvPr id="135" name="Google Shape;135;p13"/>
          <p:cNvSpPr txBox="1"/>
          <p:nvPr/>
        </p:nvSpPr>
        <p:spPr>
          <a:xfrm>
            <a:off x="1005958" y="2522678"/>
            <a:ext cx="1425104" cy="349249"/>
          </a:xfrm>
          <a:prstGeom prst="rect">
            <a:avLst/>
          </a:prstGeom>
          <a:noFill/>
          <a:ln>
            <a:noFill/>
          </a:ln>
        </p:spPr>
        <p:txBody>
          <a:bodyPr anchorCtr="0" anchor="t" bIns="9144" lIns="9144" spcFirstLastPara="1" rIns="9144" wrap="square" tIns="9144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16" u="none" cap="none" strike="noStrike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Ildiz tugunlari</a:t>
            </a:r>
            <a:endParaRPr/>
          </a:p>
        </p:txBody>
      </p:sp>
      <p:sp>
        <p:nvSpPr>
          <p:cNvPr id="136" name="Google Shape;136;p13"/>
          <p:cNvSpPr txBox="1"/>
          <p:nvPr/>
        </p:nvSpPr>
        <p:spPr>
          <a:xfrm>
            <a:off x="1005958" y="4342478"/>
            <a:ext cx="1425104" cy="349249"/>
          </a:xfrm>
          <a:prstGeom prst="rect">
            <a:avLst/>
          </a:prstGeom>
          <a:noFill/>
          <a:ln>
            <a:noFill/>
          </a:ln>
        </p:spPr>
        <p:txBody>
          <a:bodyPr anchorCtr="0" anchor="t" bIns="9144" lIns="9144" spcFirstLastPara="1" rIns="9144" wrap="square" tIns="9144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16" u="none" cap="none" strike="noStrike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Ildiz tugunlari</a:t>
            </a:r>
            <a:endParaRPr/>
          </a:p>
        </p:txBody>
      </p:sp>
      <p:sp>
        <p:nvSpPr>
          <p:cNvPr id="137" name="Google Shape;137;p13"/>
          <p:cNvSpPr txBox="1"/>
          <p:nvPr/>
        </p:nvSpPr>
        <p:spPr>
          <a:xfrm>
            <a:off x="1005958" y="6165190"/>
            <a:ext cx="1425104" cy="349249"/>
          </a:xfrm>
          <a:prstGeom prst="rect">
            <a:avLst/>
          </a:prstGeom>
          <a:noFill/>
          <a:ln>
            <a:noFill/>
          </a:ln>
        </p:spPr>
        <p:txBody>
          <a:bodyPr anchorCtr="0" anchor="t" bIns="9144" lIns="9144" spcFirstLastPara="1" rIns="9144" wrap="square" tIns="9144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16" u="none" cap="none" strike="noStrike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Ildiz tugunlari</a:t>
            </a:r>
            <a:endParaRPr/>
          </a:p>
        </p:txBody>
      </p:sp>
      <p:sp>
        <p:nvSpPr>
          <p:cNvPr id="138" name="Google Shape;138;p13"/>
          <p:cNvSpPr txBox="1"/>
          <p:nvPr/>
        </p:nvSpPr>
        <p:spPr>
          <a:xfrm>
            <a:off x="4038613" y="2522678"/>
            <a:ext cx="1764134" cy="349249"/>
          </a:xfrm>
          <a:prstGeom prst="rect">
            <a:avLst/>
          </a:prstGeom>
          <a:noFill/>
          <a:ln>
            <a:noFill/>
          </a:ln>
        </p:spPr>
        <p:txBody>
          <a:bodyPr anchorCtr="0" anchor="t" bIns="9144" lIns="9144" spcFirstLastPara="1" rIns="9144" wrap="square" tIns="9144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86" u="none" cap="none" strike="noStrike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Oraliq tugunlar</a:t>
            </a:r>
            <a:endParaRPr/>
          </a:p>
        </p:txBody>
      </p:sp>
      <p:sp>
        <p:nvSpPr>
          <p:cNvPr id="139" name="Google Shape;139;p13"/>
          <p:cNvSpPr txBox="1"/>
          <p:nvPr/>
        </p:nvSpPr>
        <p:spPr>
          <a:xfrm>
            <a:off x="4038613" y="4342478"/>
            <a:ext cx="1764134" cy="349249"/>
          </a:xfrm>
          <a:prstGeom prst="rect">
            <a:avLst/>
          </a:prstGeom>
          <a:noFill/>
          <a:ln>
            <a:noFill/>
          </a:ln>
        </p:spPr>
        <p:txBody>
          <a:bodyPr anchorCtr="0" anchor="t" bIns="9144" lIns="9144" spcFirstLastPara="1" rIns="9144" wrap="square" tIns="9144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86" u="none" cap="none" strike="noStrike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Oraliq tugunlar</a:t>
            </a:r>
            <a:endParaRPr/>
          </a:p>
        </p:txBody>
      </p:sp>
      <p:sp>
        <p:nvSpPr>
          <p:cNvPr id="140" name="Google Shape;140;p13"/>
          <p:cNvSpPr txBox="1"/>
          <p:nvPr/>
        </p:nvSpPr>
        <p:spPr>
          <a:xfrm>
            <a:off x="4038613" y="6165190"/>
            <a:ext cx="1764134" cy="349249"/>
          </a:xfrm>
          <a:prstGeom prst="rect">
            <a:avLst/>
          </a:prstGeom>
          <a:noFill/>
          <a:ln>
            <a:noFill/>
          </a:ln>
        </p:spPr>
        <p:txBody>
          <a:bodyPr anchorCtr="0" anchor="t" bIns="9144" lIns="9144" spcFirstLastPara="1" rIns="9144" wrap="square" tIns="9144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86" u="none" cap="none" strike="noStrike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Oraliq tugunlar</a:t>
            </a:r>
            <a:endParaRPr/>
          </a:p>
        </p:txBody>
      </p:sp>
      <p:cxnSp>
        <p:nvCxnSpPr>
          <p:cNvPr id="141" name="Google Shape;141;p13"/>
          <p:cNvCxnSpPr/>
          <p:nvPr/>
        </p:nvCxnSpPr>
        <p:spPr>
          <a:xfrm flipH="1" rot="10800000">
            <a:off x="6355618" y="2375291"/>
            <a:ext cx="594775" cy="364874"/>
          </a:xfrm>
          <a:prstGeom prst="straightConnector1">
            <a:avLst/>
          </a:prstGeom>
          <a:noFill/>
          <a:ln cap="flat" cmpd="sng" w="38100">
            <a:solidFill>
              <a:srgbClr val="0048E8"/>
            </a:solidFill>
            <a:prstDash val="dot"/>
            <a:round/>
            <a:headEnd len="sm" w="sm" type="none"/>
            <a:tailEnd len="sm" w="sm" type="none"/>
          </a:ln>
        </p:spPr>
      </p:cxnSp>
      <p:cxnSp>
        <p:nvCxnSpPr>
          <p:cNvPr id="142" name="Google Shape;142;p13"/>
          <p:cNvCxnSpPr/>
          <p:nvPr/>
        </p:nvCxnSpPr>
        <p:spPr>
          <a:xfrm>
            <a:off x="6355618" y="2740165"/>
            <a:ext cx="594775" cy="364874"/>
          </a:xfrm>
          <a:prstGeom prst="straightConnector1">
            <a:avLst/>
          </a:prstGeom>
          <a:noFill/>
          <a:ln cap="flat" cmpd="sng" w="38100">
            <a:solidFill>
              <a:srgbClr val="0048E8"/>
            </a:solidFill>
            <a:prstDash val="dot"/>
            <a:round/>
            <a:headEnd len="sm" w="sm" type="none"/>
            <a:tailEnd len="sm" w="sm" type="none"/>
          </a:ln>
        </p:spPr>
      </p:cxnSp>
      <p:cxnSp>
        <p:nvCxnSpPr>
          <p:cNvPr id="143" name="Google Shape;143;p13"/>
          <p:cNvCxnSpPr/>
          <p:nvPr/>
        </p:nvCxnSpPr>
        <p:spPr>
          <a:xfrm flipH="1" rot="10800000">
            <a:off x="6355618" y="4175954"/>
            <a:ext cx="594775" cy="355436"/>
          </a:xfrm>
          <a:prstGeom prst="straightConnector1">
            <a:avLst/>
          </a:prstGeom>
          <a:noFill/>
          <a:ln cap="flat" cmpd="sng" w="38100">
            <a:solidFill>
              <a:srgbClr val="0048E8"/>
            </a:solidFill>
            <a:prstDash val="dot"/>
            <a:round/>
            <a:headEnd len="sm" w="sm" type="none"/>
            <a:tailEnd len="sm" w="sm" type="none"/>
          </a:ln>
        </p:spPr>
      </p:cxnSp>
      <p:cxnSp>
        <p:nvCxnSpPr>
          <p:cNvPr id="144" name="Google Shape;144;p13"/>
          <p:cNvCxnSpPr/>
          <p:nvPr/>
        </p:nvCxnSpPr>
        <p:spPr>
          <a:xfrm>
            <a:off x="6355618" y="4531390"/>
            <a:ext cx="594775" cy="374313"/>
          </a:xfrm>
          <a:prstGeom prst="straightConnector1">
            <a:avLst/>
          </a:prstGeom>
          <a:noFill/>
          <a:ln cap="flat" cmpd="sng" w="38100">
            <a:solidFill>
              <a:srgbClr val="0048E8"/>
            </a:solidFill>
            <a:prstDash val="dot"/>
            <a:round/>
            <a:headEnd len="sm" w="sm" type="none"/>
            <a:tailEnd len="sm" w="sm" type="none"/>
          </a:ln>
        </p:spPr>
      </p:cxnSp>
      <p:cxnSp>
        <p:nvCxnSpPr>
          <p:cNvPr id="145" name="Google Shape;145;p13"/>
          <p:cNvCxnSpPr/>
          <p:nvPr/>
        </p:nvCxnSpPr>
        <p:spPr>
          <a:xfrm flipH="1" rot="10800000">
            <a:off x="6355618" y="5998666"/>
            <a:ext cx="583365" cy="364961"/>
          </a:xfrm>
          <a:prstGeom prst="straightConnector1">
            <a:avLst/>
          </a:prstGeom>
          <a:noFill/>
          <a:ln cap="flat" cmpd="sng" w="38100">
            <a:solidFill>
              <a:srgbClr val="0048E8"/>
            </a:solidFill>
            <a:prstDash val="dot"/>
            <a:round/>
            <a:headEnd len="sm" w="sm" type="none"/>
            <a:tailEnd len="sm" w="sm" type="none"/>
          </a:ln>
        </p:spPr>
      </p:cxnSp>
      <p:cxnSp>
        <p:nvCxnSpPr>
          <p:cNvPr id="146" name="Google Shape;146;p13"/>
          <p:cNvCxnSpPr/>
          <p:nvPr/>
        </p:nvCxnSpPr>
        <p:spPr>
          <a:xfrm>
            <a:off x="6355618" y="6363627"/>
            <a:ext cx="583365" cy="364788"/>
          </a:xfrm>
          <a:prstGeom prst="straightConnector1">
            <a:avLst/>
          </a:prstGeom>
          <a:noFill/>
          <a:ln cap="flat" cmpd="sng" w="38100">
            <a:solidFill>
              <a:srgbClr val="0048E8"/>
            </a:solidFill>
            <a:prstDash val="dot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AFAFA"/>
        </a:solidFill>
      </p:bgPr>
    </p:bg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51" name="Google Shape;151;p14"/>
          <p:cNvGraphicFramePr/>
          <p:nvPr/>
        </p:nvGraphicFramePr>
        <p:xfrm>
          <a:off x="-200" y="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{201D9C50-01CC-45C6-9C55-C054D1B1DACE}</a:tableStyleId>
              </a:tblPr>
              <a:tblGrid>
                <a:gridCol w="594075"/>
                <a:gridCol w="594075"/>
                <a:gridCol w="594075"/>
                <a:gridCol w="594075"/>
                <a:gridCol w="594075"/>
                <a:gridCol w="594075"/>
                <a:gridCol w="594075"/>
                <a:gridCol w="594075"/>
                <a:gridCol w="594075"/>
                <a:gridCol w="594075"/>
                <a:gridCol w="594075"/>
                <a:gridCol w="594075"/>
                <a:gridCol w="594075"/>
                <a:gridCol w="594075"/>
                <a:gridCol w="594075"/>
                <a:gridCol w="594075"/>
                <a:gridCol w="594075"/>
                <a:gridCol w="594075"/>
              </a:tblGrid>
              <a:tr h="755650">
                <a:tc>
                  <a:txBody>
                    <a:bodyPr wrap="square" lIns="9144" rIns="9144" tIns="9144" bIns="9144"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 wrap="square" lIns="9144" rIns="9144" tIns="9144" bIns="9144"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 wrap="square" lIns="9144" rIns="9144" tIns="9144" bIns="9144"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 wrap="square" lIns="9144" rIns="9144" tIns="9144" bIns="9144"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 wrap="square" lIns="9144" rIns="9144" tIns="9144" bIns="9144"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 wrap="square" lIns="9144" rIns="9144" tIns="9144" bIns="9144"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 wrap="square" lIns="9144" rIns="9144" tIns="9144" bIns="9144"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 wrap="square" lIns="9144" rIns="9144" tIns="9144" bIns="9144"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 wrap="square" lIns="9144" rIns="9144" tIns="9144" bIns="9144"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 wrap="square" lIns="9144" rIns="9144" tIns="9144" bIns="9144"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 wrap="square" lIns="9144" rIns="9144" tIns="9144" bIns="9144"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 wrap="square" lIns="9144" rIns="9144" tIns="9144" bIns="9144"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 wrap="square" lIns="9144" rIns="9144" tIns="9144" bIns="9144"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 wrap="square" lIns="9144" rIns="9144" tIns="9144" bIns="9144"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 wrap="square" lIns="9144" rIns="9144" tIns="9144" bIns="9144"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 wrap="square" lIns="9144" rIns="9144" tIns="9144" bIns="9144"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 wrap="square" lIns="9144" rIns="9144" tIns="9144" bIns="9144"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 wrap="square" lIns="9144" rIns="9144" tIns="9144" bIns="9144"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755650">
                <a:tc>
                  <a:txBody>
                    <a:bodyPr wrap="square" lIns="9144" rIns="9144" tIns="9144" bIns="9144"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 wrap="square" lIns="9144" rIns="9144" tIns="9144" bIns="9144"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 wrap="square" lIns="9144" rIns="9144" tIns="9144" bIns="9144"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 wrap="square" lIns="9144" rIns="9144" tIns="9144" bIns="9144"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 wrap="square" lIns="9144" rIns="9144" tIns="9144" bIns="9144"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 wrap="square" lIns="9144" rIns="9144" tIns="9144" bIns="9144"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 wrap="square" lIns="9144" rIns="9144" tIns="9144" bIns="9144"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 wrap="square" lIns="9144" rIns="9144" tIns="9144" bIns="9144"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 wrap="square" lIns="9144" rIns="9144" tIns="9144" bIns="9144"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 wrap="square" lIns="9144" rIns="9144" tIns="9144" bIns="9144"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 wrap="square" lIns="9144" rIns="9144" tIns="9144" bIns="9144"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 wrap="square" lIns="9144" rIns="9144" tIns="9144" bIns="9144"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 wrap="square" lIns="9144" rIns="9144" tIns="9144" bIns="9144"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 wrap="square" lIns="9144" rIns="9144" tIns="9144" bIns="9144"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 wrap="square" lIns="9144" rIns="9144" tIns="9144" bIns="9144"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 wrap="square" lIns="9144" rIns="9144" tIns="9144" bIns="9144"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 wrap="square" lIns="9144" rIns="9144" tIns="9144" bIns="9144"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 wrap="square" lIns="9144" rIns="9144" tIns="9144" bIns="9144"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755650">
                <a:tc>
                  <a:txBody>
                    <a:bodyPr wrap="square" lIns="9144" rIns="9144" tIns="9144" bIns="9144"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 wrap="square" lIns="9144" rIns="9144" tIns="9144" bIns="9144"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 wrap="square" lIns="9144" rIns="9144" tIns="9144" bIns="9144"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 wrap="square" lIns="9144" rIns="9144" tIns="9144" bIns="9144"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 wrap="square" lIns="9144" rIns="9144" tIns="9144" bIns="9144"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 wrap="square" lIns="9144" rIns="9144" tIns="9144" bIns="9144"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 wrap="square" lIns="9144" rIns="9144" tIns="9144" bIns="9144"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 wrap="square" lIns="9144" rIns="9144" tIns="9144" bIns="9144"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 wrap="square" lIns="9144" rIns="9144" tIns="9144" bIns="9144"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 wrap="square" lIns="9144" rIns="9144" tIns="9144" bIns="9144"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 wrap="square" lIns="9144" rIns="9144" tIns="9144" bIns="9144"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 wrap="square" lIns="9144" rIns="9144" tIns="9144" bIns="9144"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 wrap="square" lIns="9144" rIns="9144" tIns="9144" bIns="9144"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 wrap="square" lIns="9144" rIns="9144" tIns="9144" bIns="9144"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 wrap="square" lIns="9144" rIns="9144" tIns="9144" bIns="9144"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 wrap="square" lIns="9144" rIns="9144" tIns="9144" bIns="9144"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 wrap="square" lIns="9144" rIns="9144" tIns="9144" bIns="9144"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 wrap="square" lIns="9144" rIns="9144" tIns="9144" bIns="9144"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755650">
                <a:tc>
                  <a:txBody>
                    <a:bodyPr wrap="square" lIns="9144" rIns="9144" tIns="9144" bIns="9144"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 wrap="square" lIns="9144" rIns="9144" tIns="9144" bIns="9144"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 wrap="square" lIns="9144" rIns="9144" tIns="9144" bIns="9144"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 wrap="square" lIns="9144" rIns="9144" tIns="9144" bIns="9144"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 wrap="square" lIns="9144" rIns="9144" tIns="9144" bIns="9144"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 wrap="square" lIns="9144" rIns="9144" tIns="9144" bIns="9144"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 wrap="square" lIns="9144" rIns="9144" tIns="9144" bIns="9144"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 wrap="square" lIns="9144" rIns="9144" tIns="9144" bIns="9144"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 wrap="square" lIns="9144" rIns="9144" tIns="9144" bIns="9144"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 wrap="square" lIns="9144" rIns="9144" tIns="9144" bIns="9144"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 wrap="square" lIns="9144" rIns="9144" tIns="9144" bIns="9144"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 wrap="square" lIns="9144" rIns="9144" tIns="9144" bIns="9144"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 wrap="square" lIns="9144" rIns="9144" tIns="9144" bIns="9144"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 wrap="square" lIns="9144" rIns="9144" tIns="9144" bIns="9144"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 wrap="square" lIns="9144" rIns="9144" tIns="9144" bIns="9144"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 wrap="square" lIns="9144" rIns="9144" tIns="9144" bIns="9144"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 wrap="square" lIns="9144" rIns="9144" tIns="9144" bIns="9144"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 wrap="square" lIns="9144" rIns="9144" tIns="9144" bIns="9144"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755650">
                <a:tc>
                  <a:txBody>
                    <a:bodyPr wrap="square" lIns="9144" rIns="9144" tIns="9144" bIns="9144"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 wrap="square" lIns="9144" rIns="9144" tIns="9144" bIns="9144"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 wrap="square" lIns="9144" rIns="9144" tIns="9144" bIns="9144"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 wrap="square" lIns="9144" rIns="9144" tIns="9144" bIns="9144"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 wrap="square" lIns="9144" rIns="9144" tIns="9144" bIns="9144"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 wrap="square" lIns="9144" rIns="9144" tIns="9144" bIns="9144"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 wrap="square" lIns="9144" rIns="9144" tIns="9144" bIns="9144"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 wrap="square" lIns="9144" rIns="9144" tIns="9144" bIns="9144"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 wrap="square" lIns="9144" rIns="9144" tIns="9144" bIns="9144"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 wrap="square" lIns="9144" rIns="9144" tIns="9144" bIns="9144"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 wrap="square" lIns="9144" rIns="9144" tIns="9144" bIns="9144"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 wrap="square" lIns="9144" rIns="9144" tIns="9144" bIns="9144"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 wrap="square" lIns="9144" rIns="9144" tIns="9144" bIns="9144"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 wrap="square" lIns="9144" rIns="9144" tIns="9144" bIns="9144"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 wrap="square" lIns="9144" rIns="9144" tIns="9144" bIns="9144"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 wrap="square" lIns="9144" rIns="9144" tIns="9144" bIns="9144"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 wrap="square" lIns="9144" rIns="9144" tIns="9144" bIns="9144"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 wrap="square" lIns="9144" rIns="9144" tIns="9144" bIns="9144"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755650">
                <a:tc>
                  <a:txBody>
                    <a:bodyPr wrap="square" lIns="9144" rIns="9144" tIns="9144" bIns="9144"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 wrap="square" lIns="9144" rIns="9144" tIns="9144" bIns="9144"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 wrap="square" lIns="9144" rIns="9144" tIns="9144" bIns="9144"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 wrap="square" lIns="9144" rIns="9144" tIns="9144" bIns="9144"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 wrap="square" lIns="9144" rIns="9144" tIns="9144" bIns="9144"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 wrap="square" lIns="9144" rIns="9144" tIns="9144" bIns="9144"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 wrap="square" lIns="9144" rIns="9144" tIns="9144" bIns="9144"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 wrap="square" lIns="9144" rIns="9144" tIns="9144" bIns="9144"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 wrap="square" lIns="9144" rIns="9144" tIns="9144" bIns="9144"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 wrap="square" lIns="9144" rIns="9144" tIns="9144" bIns="9144"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 wrap="square" lIns="9144" rIns="9144" tIns="9144" bIns="9144"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 wrap="square" lIns="9144" rIns="9144" tIns="9144" bIns="9144"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 wrap="square" lIns="9144" rIns="9144" tIns="9144" bIns="9144"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 wrap="square" lIns="9144" rIns="9144" tIns="9144" bIns="9144"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 wrap="square" lIns="9144" rIns="9144" tIns="9144" bIns="9144"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 wrap="square" lIns="9144" rIns="9144" tIns="9144" bIns="9144"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 wrap="square" lIns="9144" rIns="9144" tIns="9144" bIns="9144"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 wrap="square" lIns="9144" rIns="9144" tIns="9144" bIns="9144"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755650">
                <a:tc>
                  <a:txBody>
                    <a:bodyPr wrap="square" lIns="9144" rIns="9144" tIns="9144" bIns="9144"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 wrap="square" lIns="9144" rIns="9144" tIns="9144" bIns="9144"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 wrap="square" lIns="9144" rIns="9144" tIns="9144" bIns="9144"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 wrap="square" lIns="9144" rIns="9144" tIns="9144" bIns="9144"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 wrap="square" lIns="9144" rIns="9144" tIns="9144" bIns="9144"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 wrap="square" lIns="9144" rIns="9144" tIns="9144" bIns="9144"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 wrap="square" lIns="9144" rIns="9144" tIns="9144" bIns="9144"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 wrap="square" lIns="9144" rIns="9144" tIns="9144" bIns="9144"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 wrap="square" lIns="9144" rIns="9144" tIns="9144" bIns="9144"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 wrap="square" lIns="9144" rIns="9144" tIns="9144" bIns="9144"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 wrap="square" lIns="9144" rIns="9144" tIns="9144" bIns="9144"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 wrap="square" lIns="9144" rIns="9144" tIns="9144" bIns="9144"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 wrap="square" lIns="9144" rIns="9144" tIns="9144" bIns="9144"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 wrap="square" lIns="9144" rIns="9144" tIns="9144" bIns="9144"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 wrap="square" lIns="9144" rIns="9144" tIns="9144" bIns="9144"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 wrap="square" lIns="9144" rIns="9144" tIns="9144" bIns="9144"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 wrap="square" lIns="9144" rIns="9144" tIns="9144" bIns="9144"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 wrap="square" lIns="9144" rIns="9144" tIns="9144" bIns="9144"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755650">
                <a:tc>
                  <a:txBody>
                    <a:bodyPr wrap="square" lIns="9144" rIns="9144" tIns="9144" bIns="9144"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 wrap="square" lIns="9144" rIns="9144" tIns="9144" bIns="9144"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 wrap="square" lIns="9144" rIns="9144" tIns="9144" bIns="9144"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 wrap="square" lIns="9144" rIns="9144" tIns="9144" bIns="9144"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 wrap="square" lIns="9144" rIns="9144" tIns="9144" bIns="9144"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 wrap="square" lIns="9144" rIns="9144" tIns="9144" bIns="9144"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 wrap="square" lIns="9144" rIns="9144" tIns="9144" bIns="9144"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 wrap="square" lIns="9144" rIns="9144" tIns="9144" bIns="9144"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 wrap="square" lIns="9144" rIns="9144" tIns="9144" bIns="9144"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 wrap="square" lIns="9144" rIns="9144" tIns="9144" bIns="9144"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 wrap="square" lIns="9144" rIns="9144" tIns="9144" bIns="9144"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 wrap="square" lIns="9144" rIns="9144" tIns="9144" bIns="9144"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 wrap="square" lIns="9144" rIns="9144" tIns="9144" bIns="9144"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 wrap="square" lIns="9144" rIns="9144" tIns="9144" bIns="9144"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 wrap="square" lIns="9144" rIns="9144" tIns="9144" bIns="9144"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 wrap="square" lIns="9144" rIns="9144" tIns="9144" bIns="9144"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 wrap="square" lIns="9144" rIns="9144" tIns="9144" bIns="9144"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 wrap="square" lIns="9144" rIns="9144" tIns="9144" bIns="9144"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755650">
                <a:tc>
                  <a:txBody>
                    <a:bodyPr wrap="square" lIns="9144" rIns="9144" tIns="9144" bIns="9144"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 wrap="square" lIns="9144" rIns="9144" tIns="9144" bIns="9144"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 wrap="square" lIns="9144" rIns="9144" tIns="9144" bIns="9144"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 wrap="square" lIns="9144" rIns="9144" tIns="9144" bIns="9144"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 wrap="square" lIns="9144" rIns="9144" tIns="9144" bIns="9144"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 wrap="square" lIns="9144" rIns="9144" tIns="9144" bIns="9144"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 wrap="square" lIns="9144" rIns="9144" tIns="9144" bIns="9144"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 wrap="square" lIns="9144" rIns="9144" tIns="9144" bIns="9144"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 wrap="square" lIns="9144" rIns="9144" tIns="9144" bIns="9144"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 wrap="square" lIns="9144" rIns="9144" tIns="9144" bIns="9144"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 wrap="square" lIns="9144" rIns="9144" tIns="9144" bIns="9144"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 wrap="square" lIns="9144" rIns="9144" tIns="9144" bIns="9144"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 wrap="square" lIns="9144" rIns="9144" tIns="9144" bIns="9144"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 wrap="square" lIns="9144" rIns="9144" tIns="9144" bIns="9144"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 wrap="square" lIns="9144" rIns="9144" tIns="9144" bIns="9144"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 wrap="square" lIns="9144" rIns="9144" tIns="9144" bIns="9144"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 wrap="square" lIns="9144" rIns="9144" tIns="9144" bIns="9144"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 wrap="square" lIns="9144" rIns="9144" tIns="9144" bIns="9144"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755650">
                <a:tc>
                  <a:txBody>
                    <a:bodyPr wrap="square" lIns="9144" rIns="9144" tIns="9144" bIns="9144"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 wrap="square" lIns="9144" rIns="9144" tIns="9144" bIns="9144"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 wrap="square" lIns="9144" rIns="9144" tIns="9144" bIns="9144"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 wrap="square" lIns="9144" rIns="9144" tIns="9144" bIns="9144"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 wrap="square" lIns="9144" rIns="9144" tIns="9144" bIns="9144"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 wrap="square" lIns="9144" rIns="9144" tIns="9144" bIns="9144"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 wrap="square" lIns="9144" rIns="9144" tIns="9144" bIns="9144"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 wrap="square" lIns="9144" rIns="9144" tIns="9144" bIns="9144"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 wrap="square" lIns="9144" rIns="9144" tIns="9144" bIns="9144"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 wrap="square" lIns="9144" rIns="9144" tIns="9144" bIns="9144"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 wrap="square" lIns="9144" rIns="9144" tIns="9144" bIns="9144"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 wrap="square" lIns="9144" rIns="9144" tIns="9144" bIns="9144"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 wrap="square" lIns="9144" rIns="9144" tIns="9144" bIns="9144"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 wrap="square" lIns="9144" rIns="9144" tIns="9144" bIns="9144"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 wrap="square" lIns="9144" rIns="9144" tIns="9144" bIns="9144"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 wrap="square" lIns="9144" rIns="9144" tIns="9144" bIns="9144"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 wrap="square" lIns="9144" rIns="9144" tIns="9144" bIns="9144"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 wrap="square" lIns="9144" rIns="9144" tIns="9144" bIns="9144"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pSp>
        <p:nvGrpSpPr>
          <p:cNvPr id="152" name="Google Shape;152;p14"/>
          <p:cNvGrpSpPr/>
          <p:nvPr/>
        </p:nvGrpSpPr>
        <p:grpSpPr>
          <a:xfrm>
            <a:off x="594858" y="344959"/>
            <a:ext cx="9502283" cy="1323381"/>
            <a:chOff x="0" y="-28575"/>
            <a:chExt cx="3405404" cy="474270"/>
          </a:xfrm>
        </p:grpSpPr>
        <p:sp>
          <p:nvSpPr>
            <p:cNvPr id="153" name="Google Shape;153;p14"/>
            <p:cNvSpPr/>
            <p:nvPr/>
          </p:nvSpPr>
          <p:spPr>
            <a:xfrm>
              <a:off x="0" y="0"/>
              <a:ext cx="3405404" cy="445695"/>
            </a:xfrm>
            <a:custGeom>
              <a:rect b="b" l="l" r="r" t="t"/>
              <a:pathLst>
                <a:path extrusionOk="0" h="445695" w="3405404">
                  <a:moveTo>
                    <a:pt x="0" y="0"/>
                  </a:moveTo>
                  <a:lnTo>
                    <a:pt x="3405404" y="0"/>
                  </a:lnTo>
                  <a:lnTo>
                    <a:pt x="3405404" y="445695"/>
                  </a:lnTo>
                  <a:lnTo>
                    <a:pt x="0" y="445695"/>
                  </a:lnTo>
                  <a:close/>
                </a:path>
              </a:pathLst>
            </a:custGeom>
            <a:solidFill>
              <a:srgbClr val="3167EC"/>
            </a:solidFill>
            <a:ln>
              <a:noFill/>
            </a:ln>
          </p:spPr>
          <p:txBody>
            <a:bodyPr wrap="square" lIns="9144" rIns="9144" tIns="9144" bIns="9144"/>
            <a:p/>
          </p:txBody>
        </p:sp>
        <p:sp>
          <p:nvSpPr>
            <p:cNvPr id="154" name="Google Shape;154;p14"/>
            <p:cNvSpPr txBox="1"/>
            <p:nvPr/>
          </p:nvSpPr>
          <p:spPr>
            <a:xfrm>
              <a:off x="0" y="-28575"/>
              <a:ext cx="3405404" cy="47427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4" lIns="9144" spcFirstLastPara="1" rIns="9144" wrap="square" tIns="9144">
              <a:noAutofit/>
            </a:bodyPr>
            <a:lstStyle/>
            <a:p>
              <a:pPr indent="0" lvl="0" marL="0" marR="0" rtl="0" algn="ctr">
                <a:lnSpc>
                  <a:spcPct val="108888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55" name="Google Shape;155;p14"/>
          <p:cNvSpPr txBox="1"/>
          <p:nvPr/>
        </p:nvSpPr>
        <p:spPr>
          <a:xfrm>
            <a:off x="594858" y="572966"/>
            <a:ext cx="9502283" cy="819149"/>
          </a:xfrm>
          <a:prstGeom prst="rect">
            <a:avLst/>
          </a:prstGeom>
          <a:noFill/>
          <a:ln>
            <a:noFill/>
          </a:ln>
        </p:spPr>
        <p:txBody>
          <a:bodyPr anchorCtr="0" anchor="t" bIns="9144" lIns="9144" spcFirstLastPara="1" rIns="9144" wrap="square" tIns="9144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9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ASOSIY INVESTITSIYA QARORI</a:t>
            </a:r>
            <a:endParaRPr/>
          </a:p>
        </p:txBody>
      </p:sp>
      <p:grpSp>
        <p:nvGrpSpPr>
          <p:cNvPr id="156" name="Google Shape;156;p14"/>
          <p:cNvGrpSpPr/>
          <p:nvPr/>
        </p:nvGrpSpPr>
        <p:grpSpPr>
          <a:xfrm>
            <a:off x="4293471" y="2430093"/>
            <a:ext cx="2759452" cy="1132046"/>
            <a:chOff x="0" y="-28575"/>
            <a:chExt cx="1446356" cy="593357"/>
          </a:xfrm>
        </p:grpSpPr>
        <p:sp>
          <p:nvSpPr>
            <p:cNvPr id="157" name="Google Shape;157;p14"/>
            <p:cNvSpPr/>
            <p:nvPr/>
          </p:nvSpPr>
          <p:spPr>
            <a:xfrm>
              <a:off x="0" y="0"/>
              <a:ext cx="1446356" cy="564782"/>
            </a:xfrm>
            <a:custGeom>
              <a:rect b="b" l="l" r="r" t="t"/>
              <a:pathLst>
                <a:path extrusionOk="0" h="564782" w="1446356">
                  <a:moveTo>
                    <a:pt x="0" y="0"/>
                  </a:moveTo>
                  <a:lnTo>
                    <a:pt x="1446356" y="0"/>
                  </a:lnTo>
                  <a:lnTo>
                    <a:pt x="1446356" y="564782"/>
                  </a:lnTo>
                  <a:lnTo>
                    <a:pt x="0" y="564782"/>
                  </a:lnTo>
                  <a:close/>
                </a:path>
              </a:pathLst>
            </a:custGeom>
            <a:solidFill>
              <a:srgbClr val="3167EC"/>
            </a:solidFill>
            <a:ln>
              <a:noFill/>
            </a:ln>
          </p:spPr>
          <p:txBody>
            <a:bodyPr wrap="square" lIns="9144" rIns="9144" tIns="9144" bIns="9144"/>
            <a:p/>
          </p:txBody>
        </p:sp>
        <p:sp>
          <p:nvSpPr>
            <p:cNvPr id="158" name="Google Shape;158;p14"/>
            <p:cNvSpPr txBox="1"/>
            <p:nvPr/>
          </p:nvSpPr>
          <p:spPr>
            <a:xfrm>
              <a:off x="0" y="-28575"/>
              <a:ext cx="1446356" cy="59335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4" lIns="9144" spcFirstLastPara="1" rIns="9144" wrap="square" tIns="9144">
              <a:noAutofit/>
            </a:bodyPr>
            <a:lstStyle/>
            <a:p>
              <a:pPr indent="0" lvl="0" marL="0" marR="0" rtl="0" algn="ctr">
                <a:lnSpc>
                  <a:spcPct val="81333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59" name="Google Shape;159;p14"/>
          <p:cNvGrpSpPr/>
          <p:nvPr/>
        </p:nvGrpSpPr>
        <p:grpSpPr>
          <a:xfrm>
            <a:off x="4293471" y="3834738"/>
            <a:ext cx="2759452" cy="1132046"/>
            <a:chOff x="0" y="-28575"/>
            <a:chExt cx="1446356" cy="593357"/>
          </a:xfrm>
        </p:grpSpPr>
        <p:sp>
          <p:nvSpPr>
            <p:cNvPr id="160" name="Google Shape;160;p14"/>
            <p:cNvSpPr/>
            <p:nvPr/>
          </p:nvSpPr>
          <p:spPr>
            <a:xfrm>
              <a:off x="0" y="0"/>
              <a:ext cx="1446356" cy="564782"/>
            </a:xfrm>
            <a:custGeom>
              <a:rect b="b" l="l" r="r" t="t"/>
              <a:pathLst>
                <a:path extrusionOk="0" h="564782" w="1446356">
                  <a:moveTo>
                    <a:pt x="0" y="0"/>
                  </a:moveTo>
                  <a:lnTo>
                    <a:pt x="1446356" y="0"/>
                  </a:lnTo>
                  <a:lnTo>
                    <a:pt x="1446356" y="564782"/>
                  </a:lnTo>
                  <a:lnTo>
                    <a:pt x="0" y="564782"/>
                  </a:lnTo>
                  <a:close/>
                </a:path>
              </a:pathLst>
            </a:custGeom>
            <a:solidFill>
              <a:srgbClr val="3167EC"/>
            </a:solidFill>
            <a:ln>
              <a:noFill/>
            </a:ln>
          </p:spPr>
          <p:txBody>
            <a:bodyPr wrap="square" lIns="9144" rIns="9144" tIns="9144" bIns="9144"/>
            <a:p/>
          </p:txBody>
        </p:sp>
        <p:sp>
          <p:nvSpPr>
            <p:cNvPr id="161" name="Google Shape;161;p14"/>
            <p:cNvSpPr txBox="1"/>
            <p:nvPr/>
          </p:nvSpPr>
          <p:spPr>
            <a:xfrm>
              <a:off x="0" y="-28575"/>
              <a:ext cx="1446356" cy="59335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4" lIns="9144" spcFirstLastPara="1" rIns="9144" wrap="square" tIns="9144">
              <a:noAutofit/>
            </a:bodyPr>
            <a:lstStyle/>
            <a:p>
              <a:pPr indent="0" lvl="0" marL="0" marR="0" rtl="0" algn="ctr">
                <a:lnSpc>
                  <a:spcPct val="81333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62" name="Google Shape;162;p14"/>
          <p:cNvGrpSpPr/>
          <p:nvPr/>
        </p:nvGrpSpPr>
        <p:grpSpPr>
          <a:xfrm>
            <a:off x="4293471" y="5238620"/>
            <a:ext cx="2759452" cy="1132046"/>
            <a:chOff x="0" y="-28575"/>
            <a:chExt cx="1446356" cy="593357"/>
          </a:xfrm>
        </p:grpSpPr>
        <p:sp>
          <p:nvSpPr>
            <p:cNvPr id="163" name="Google Shape;163;p14"/>
            <p:cNvSpPr/>
            <p:nvPr/>
          </p:nvSpPr>
          <p:spPr>
            <a:xfrm>
              <a:off x="0" y="0"/>
              <a:ext cx="1446356" cy="564782"/>
            </a:xfrm>
            <a:custGeom>
              <a:rect b="b" l="l" r="r" t="t"/>
              <a:pathLst>
                <a:path extrusionOk="0" h="564782" w="1446356">
                  <a:moveTo>
                    <a:pt x="0" y="0"/>
                  </a:moveTo>
                  <a:lnTo>
                    <a:pt x="1446356" y="0"/>
                  </a:lnTo>
                  <a:lnTo>
                    <a:pt x="1446356" y="564782"/>
                  </a:lnTo>
                  <a:lnTo>
                    <a:pt x="0" y="564782"/>
                  </a:lnTo>
                  <a:close/>
                </a:path>
              </a:pathLst>
            </a:custGeom>
            <a:solidFill>
              <a:srgbClr val="3167EC"/>
            </a:solidFill>
            <a:ln>
              <a:noFill/>
            </a:ln>
          </p:spPr>
          <p:txBody>
            <a:bodyPr wrap="square" lIns="9144" rIns="9144" tIns="9144" bIns="9144"/>
            <a:p/>
          </p:txBody>
        </p:sp>
        <p:sp>
          <p:nvSpPr>
            <p:cNvPr id="164" name="Google Shape;164;p14"/>
            <p:cNvSpPr txBox="1"/>
            <p:nvPr/>
          </p:nvSpPr>
          <p:spPr>
            <a:xfrm>
              <a:off x="0" y="-28575"/>
              <a:ext cx="1446356" cy="59335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4" lIns="9144" spcFirstLastPara="1" rIns="9144" wrap="square" tIns="9144">
              <a:noAutofit/>
            </a:bodyPr>
            <a:lstStyle/>
            <a:p>
              <a:pPr indent="0" lvl="0" marL="0" marR="0" rtl="0" algn="ctr">
                <a:lnSpc>
                  <a:spcPct val="81333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65" name="Google Shape;165;p14"/>
          <p:cNvGrpSpPr/>
          <p:nvPr/>
        </p:nvGrpSpPr>
        <p:grpSpPr>
          <a:xfrm>
            <a:off x="7780711" y="1996759"/>
            <a:ext cx="2316430" cy="886595"/>
            <a:chOff x="0" y="-28575"/>
            <a:chExt cx="1214148" cy="464705"/>
          </a:xfrm>
        </p:grpSpPr>
        <p:sp>
          <p:nvSpPr>
            <p:cNvPr id="166" name="Google Shape;166;p14"/>
            <p:cNvSpPr/>
            <p:nvPr/>
          </p:nvSpPr>
          <p:spPr>
            <a:xfrm>
              <a:off x="0" y="0"/>
              <a:ext cx="1214148" cy="436130"/>
            </a:xfrm>
            <a:custGeom>
              <a:rect b="b" l="l" r="r" t="t"/>
              <a:pathLst>
                <a:path extrusionOk="0" h="436130" w="1214148">
                  <a:moveTo>
                    <a:pt x="0" y="0"/>
                  </a:moveTo>
                  <a:lnTo>
                    <a:pt x="1214148" y="0"/>
                  </a:lnTo>
                  <a:lnTo>
                    <a:pt x="1214148" y="436130"/>
                  </a:lnTo>
                  <a:lnTo>
                    <a:pt x="0" y="436130"/>
                  </a:lnTo>
                  <a:close/>
                </a:path>
              </a:pathLst>
            </a:custGeom>
            <a:solidFill>
              <a:srgbClr val="3167EC"/>
            </a:solidFill>
            <a:ln>
              <a:noFill/>
            </a:ln>
          </p:spPr>
          <p:txBody>
            <a:bodyPr wrap="square" lIns="9144" rIns="9144" tIns="9144" bIns="9144"/>
            <a:p/>
          </p:txBody>
        </p:sp>
        <p:sp>
          <p:nvSpPr>
            <p:cNvPr id="167" name="Google Shape;167;p14"/>
            <p:cNvSpPr txBox="1"/>
            <p:nvPr/>
          </p:nvSpPr>
          <p:spPr>
            <a:xfrm>
              <a:off x="0" y="-28575"/>
              <a:ext cx="1214148" cy="46470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4" lIns="9144" spcFirstLastPara="1" rIns="9144" wrap="square" tIns="9144">
              <a:noAutofit/>
            </a:bodyPr>
            <a:lstStyle/>
            <a:p>
              <a:pPr indent="0" lvl="0" marL="0" marR="0" rtl="0" algn="ctr">
                <a:lnSpc>
                  <a:spcPct val="81333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68" name="Google Shape;168;p14"/>
          <p:cNvGrpSpPr/>
          <p:nvPr/>
        </p:nvGrpSpPr>
        <p:grpSpPr>
          <a:xfrm>
            <a:off x="7780711" y="3108878"/>
            <a:ext cx="2316430" cy="886595"/>
            <a:chOff x="0" y="-28575"/>
            <a:chExt cx="1214148" cy="464705"/>
          </a:xfrm>
        </p:grpSpPr>
        <p:sp>
          <p:nvSpPr>
            <p:cNvPr id="169" name="Google Shape;169;p14"/>
            <p:cNvSpPr/>
            <p:nvPr/>
          </p:nvSpPr>
          <p:spPr>
            <a:xfrm>
              <a:off x="0" y="0"/>
              <a:ext cx="1214148" cy="436130"/>
            </a:xfrm>
            <a:custGeom>
              <a:rect b="b" l="l" r="r" t="t"/>
              <a:pathLst>
                <a:path extrusionOk="0" h="436130" w="1214148">
                  <a:moveTo>
                    <a:pt x="0" y="0"/>
                  </a:moveTo>
                  <a:lnTo>
                    <a:pt x="1214148" y="0"/>
                  </a:lnTo>
                  <a:lnTo>
                    <a:pt x="1214148" y="436130"/>
                  </a:lnTo>
                  <a:lnTo>
                    <a:pt x="0" y="436130"/>
                  </a:lnTo>
                  <a:close/>
                </a:path>
              </a:pathLst>
            </a:custGeom>
            <a:solidFill>
              <a:srgbClr val="3167EC"/>
            </a:solidFill>
            <a:ln>
              <a:noFill/>
            </a:ln>
          </p:spPr>
          <p:txBody>
            <a:bodyPr wrap="square" lIns="9144" rIns="9144" tIns="9144" bIns="9144"/>
            <a:p/>
          </p:txBody>
        </p:sp>
        <p:sp>
          <p:nvSpPr>
            <p:cNvPr id="170" name="Google Shape;170;p14"/>
            <p:cNvSpPr txBox="1"/>
            <p:nvPr/>
          </p:nvSpPr>
          <p:spPr>
            <a:xfrm>
              <a:off x="0" y="-28575"/>
              <a:ext cx="1214148" cy="46470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4" lIns="9144" spcFirstLastPara="1" rIns="9144" wrap="square" tIns="9144">
              <a:noAutofit/>
            </a:bodyPr>
            <a:lstStyle/>
            <a:p>
              <a:pPr indent="0" lvl="0" marL="0" marR="0" rtl="0" algn="ctr">
                <a:lnSpc>
                  <a:spcPct val="81333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71" name="Google Shape;171;p14"/>
          <p:cNvGrpSpPr/>
          <p:nvPr/>
        </p:nvGrpSpPr>
        <p:grpSpPr>
          <a:xfrm>
            <a:off x="7780711" y="4805287"/>
            <a:ext cx="2316430" cy="886595"/>
            <a:chOff x="0" y="-28575"/>
            <a:chExt cx="1214148" cy="464705"/>
          </a:xfrm>
        </p:grpSpPr>
        <p:sp>
          <p:nvSpPr>
            <p:cNvPr id="172" name="Google Shape;172;p14"/>
            <p:cNvSpPr/>
            <p:nvPr/>
          </p:nvSpPr>
          <p:spPr>
            <a:xfrm>
              <a:off x="0" y="0"/>
              <a:ext cx="1214148" cy="436130"/>
            </a:xfrm>
            <a:custGeom>
              <a:rect b="b" l="l" r="r" t="t"/>
              <a:pathLst>
                <a:path extrusionOk="0" h="436130" w="1214148">
                  <a:moveTo>
                    <a:pt x="0" y="0"/>
                  </a:moveTo>
                  <a:lnTo>
                    <a:pt x="1214148" y="0"/>
                  </a:lnTo>
                  <a:lnTo>
                    <a:pt x="1214148" y="436130"/>
                  </a:lnTo>
                  <a:lnTo>
                    <a:pt x="0" y="436130"/>
                  </a:lnTo>
                  <a:close/>
                </a:path>
              </a:pathLst>
            </a:custGeom>
            <a:solidFill>
              <a:srgbClr val="3167EC"/>
            </a:solidFill>
            <a:ln>
              <a:noFill/>
            </a:ln>
          </p:spPr>
          <p:txBody>
            <a:bodyPr wrap="square" lIns="9144" rIns="9144" tIns="9144" bIns="9144"/>
            <a:p/>
          </p:txBody>
        </p:sp>
        <p:sp>
          <p:nvSpPr>
            <p:cNvPr id="173" name="Google Shape;173;p14"/>
            <p:cNvSpPr txBox="1"/>
            <p:nvPr/>
          </p:nvSpPr>
          <p:spPr>
            <a:xfrm>
              <a:off x="0" y="-28575"/>
              <a:ext cx="1214148" cy="46470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4" lIns="9144" spcFirstLastPara="1" rIns="9144" wrap="square" tIns="9144">
              <a:noAutofit/>
            </a:bodyPr>
            <a:lstStyle/>
            <a:p>
              <a:pPr indent="0" lvl="0" marL="0" marR="0" rtl="0" algn="ctr">
                <a:lnSpc>
                  <a:spcPct val="81333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74" name="Google Shape;174;p14"/>
          <p:cNvGrpSpPr/>
          <p:nvPr/>
        </p:nvGrpSpPr>
        <p:grpSpPr>
          <a:xfrm>
            <a:off x="7780711" y="5917405"/>
            <a:ext cx="2316430" cy="886595"/>
            <a:chOff x="0" y="-28575"/>
            <a:chExt cx="1214148" cy="464705"/>
          </a:xfrm>
        </p:grpSpPr>
        <p:sp>
          <p:nvSpPr>
            <p:cNvPr id="175" name="Google Shape;175;p14"/>
            <p:cNvSpPr/>
            <p:nvPr/>
          </p:nvSpPr>
          <p:spPr>
            <a:xfrm>
              <a:off x="0" y="0"/>
              <a:ext cx="1214148" cy="436130"/>
            </a:xfrm>
            <a:custGeom>
              <a:rect b="b" l="l" r="r" t="t"/>
              <a:pathLst>
                <a:path extrusionOk="0" h="436130" w="1214148">
                  <a:moveTo>
                    <a:pt x="0" y="0"/>
                  </a:moveTo>
                  <a:lnTo>
                    <a:pt x="1214148" y="0"/>
                  </a:lnTo>
                  <a:lnTo>
                    <a:pt x="1214148" y="436130"/>
                  </a:lnTo>
                  <a:lnTo>
                    <a:pt x="0" y="436130"/>
                  </a:lnTo>
                  <a:close/>
                </a:path>
              </a:pathLst>
            </a:custGeom>
            <a:solidFill>
              <a:srgbClr val="3167EC"/>
            </a:solidFill>
            <a:ln>
              <a:noFill/>
            </a:ln>
          </p:spPr>
          <p:txBody>
            <a:bodyPr wrap="square" lIns="9144" rIns="9144" tIns="9144" bIns="9144"/>
            <a:p/>
          </p:txBody>
        </p:sp>
        <p:sp>
          <p:nvSpPr>
            <p:cNvPr id="176" name="Google Shape;176;p14"/>
            <p:cNvSpPr txBox="1"/>
            <p:nvPr/>
          </p:nvSpPr>
          <p:spPr>
            <a:xfrm>
              <a:off x="0" y="-28575"/>
              <a:ext cx="1214148" cy="46470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4" lIns="9144" spcFirstLastPara="1" rIns="9144" wrap="square" tIns="9144">
              <a:noAutofit/>
            </a:bodyPr>
            <a:lstStyle/>
            <a:p>
              <a:pPr indent="0" lvl="0" marL="0" marR="0" rtl="0" algn="ctr">
                <a:lnSpc>
                  <a:spcPct val="81333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77" name="Google Shape;177;p14"/>
          <p:cNvGrpSpPr/>
          <p:nvPr/>
        </p:nvGrpSpPr>
        <p:grpSpPr>
          <a:xfrm>
            <a:off x="594858" y="2412798"/>
            <a:ext cx="2969896" cy="3957869"/>
            <a:chOff x="0" y="-28575"/>
            <a:chExt cx="1556659" cy="2074501"/>
          </a:xfrm>
        </p:grpSpPr>
        <p:sp>
          <p:nvSpPr>
            <p:cNvPr id="178" name="Google Shape;178;p14"/>
            <p:cNvSpPr/>
            <p:nvPr/>
          </p:nvSpPr>
          <p:spPr>
            <a:xfrm>
              <a:off x="0" y="0"/>
              <a:ext cx="1556659" cy="2045926"/>
            </a:xfrm>
            <a:custGeom>
              <a:rect b="b" l="l" r="r" t="t"/>
              <a:pathLst>
                <a:path extrusionOk="0" h="2045926" w="1556659">
                  <a:moveTo>
                    <a:pt x="0" y="0"/>
                  </a:moveTo>
                  <a:lnTo>
                    <a:pt x="1556659" y="0"/>
                  </a:lnTo>
                  <a:lnTo>
                    <a:pt x="1556659" y="2045926"/>
                  </a:lnTo>
                  <a:lnTo>
                    <a:pt x="0" y="2045926"/>
                  </a:lnTo>
                  <a:close/>
                </a:path>
              </a:pathLst>
            </a:custGeom>
            <a:solidFill>
              <a:srgbClr val="3167EC"/>
            </a:solidFill>
            <a:ln>
              <a:noFill/>
            </a:ln>
          </p:spPr>
          <p:txBody>
            <a:bodyPr wrap="square" lIns="9144" rIns="9144" tIns="9144" bIns="9144"/>
            <a:p/>
          </p:txBody>
        </p:sp>
        <p:sp>
          <p:nvSpPr>
            <p:cNvPr id="179" name="Google Shape;179;p14"/>
            <p:cNvSpPr txBox="1"/>
            <p:nvPr/>
          </p:nvSpPr>
          <p:spPr>
            <a:xfrm>
              <a:off x="0" y="-28575"/>
              <a:ext cx="1556659" cy="207450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4" lIns="9144" spcFirstLastPara="1" rIns="9144" wrap="square" tIns="9144">
              <a:noAutofit/>
            </a:bodyPr>
            <a:lstStyle/>
            <a:p>
              <a:pPr indent="0" lvl="0" marL="0" marR="0" rtl="0" algn="ctr">
                <a:lnSpc>
                  <a:spcPct val="81333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cxnSp>
        <p:nvCxnSpPr>
          <p:cNvPr id="180" name="Google Shape;180;p14"/>
          <p:cNvCxnSpPr/>
          <p:nvPr/>
        </p:nvCxnSpPr>
        <p:spPr>
          <a:xfrm flipH="1" rot="10800000">
            <a:off x="3572845" y="3023374"/>
            <a:ext cx="720626" cy="1414171"/>
          </a:xfrm>
          <a:prstGeom prst="straightConnector1">
            <a:avLst/>
          </a:prstGeom>
          <a:noFill/>
          <a:ln cap="flat" cmpd="sng" w="38100">
            <a:solidFill>
              <a:srgbClr val="0048E8"/>
            </a:solidFill>
            <a:prstDash val="dot"/>
            <a:round/>
            <a:headEnd len="sm" w="sm" type="none"/>
            <a:tailEnd len="sm" w="sm" type="none"/>
          </a:ln>
        </p:spPr>
      </p:cxnSp>
      <p:cxnSp>
        <p:nvCxnSpPr>
          <p:cNvPr id="181" name="Google Shape;181;p14"/>
          <p:cNvCxnSpPr/>
          <p:nvPr/>
        </p:nvCxnSpPr>
        <p:spPr>
          <a:xfrm>
            <a:off x="3564755" y="4418991"/>
            <a:ext cx="728717" cy="9029"/>
          </a:xfrm>
          <a:prstGeom prst="straightConnector1">
            <a:avLst/>
          </a:prstGeom>
          <a:noFill/>
          <a:ln cap="flat" cmpd="sng" w="38100">
            <a:solidFill>
              <a:srgbClr val="0048E8"/>
            </a:solidFill>
            <a:prstDash val="dot"/>
            <a:round/>
            <a:headEnd len="sm" w="sm" type="none"/>
            <a:tailEnd len="sm" w="sm" type="none"/>
          </a:ln>
        </p:spPr>
      </p:cxnSp>
      <p:cxnSp>
        <p:nvCxnSpPr>
          <p:cNvPr id="182" name="Google Shape;182;p14"/>
          <p:cNvCxnSpPr/>
          <p:nvPr/>
        </p:nvCxnSpPr>
        <p:spPr>
          <a:xfrm>
            <a:off x="3553418" y="4402043"/>
            <a:ext cx="740054" cy="1429859"/>
          </a:xfrm>
          <a:prstGeom prst="straightConnector1">
            <a:avLst/>
          </a:prstGeom>
          <a:noFill/>
          <a:ln cap="flat" cmpd="sng" w="38100">
            <a:solidFill>
              <a:srgbClr val="0048E8"/>
            </a:solidFill>
            <a:prstDash val="dot"/>
            <a:round/>
            <a:headEnd len="sm" w="sm" type="none"/>
            <a:tailEnd len="sm" w="sm" type="none"/>
          </a:ln>
        </p:spPr>
      </p:cxnSp>
      <p:cxnSp>
        <p:nvCxnSpPr>
          <p:cNvPr id="183" name="Google Shape;183;p14"/>
          <p:cNvCxnSpPr/>
          <p:nvPr/>
        </p:nvCxnSpPr>
        <p:spPr>
          <a:xfrm flipH="1" rot="10800000">
            <a:off x="7052923" y="2467315"/>
            <a:ext cx="727788" cy="556059"/>
          </a:xfrm>
          <a:prstGeom prst="straightConnector1">
            <a:avLst/>
          </a:prstGeom>
          <a:noFill/>
          <a:ln cap="flat" cmpd="sng" w="38100">
            <a:solidFill>
              <a:srgbClr val="0048E8"/>
            </a:solidFill>
            <a:prstDash val="dot"/>
            <a:round/>
            <a:headEnd len="sm" w="sm" type="none"/>
            <a:tailEnd len="sm" w="sm" type="none"/>
          </a:ln>
        </p:spPr>
      </p:cxnSp>
      <p:cxnSp>
        <p:nvCxnSpPr>
          <p:cNvPr id="184" name="Google Shape;184;p14"/>
          <p:cNvCxnSpPr/>
          <p:nvPr/>
        </p:nvCxnSpPr>
        <p:spPr>
          <a:xfrm>
            <a:off x="7052923" y="3023374"/>
            <a:ext cx="727788" cy="556059"/>
          </a:xfrm>
          <a:prstGeom prst="straightConnector1">
            <a:avLst/>
          </a:prstGeom>
          <a:noFill/>
          <a:ln cap="flat" cmpd="sng" w="38100">
            <a:solidFill>
              <a:srgbClr val="0048E8"/>
            </a:solidFill>
            <a:prstDash val="dot"/>
            <a:round/>
            <a:headEnd len="sm" w="sm" type="none"/>
            <a:tailEnd len="sm" w="sm" type="none"/>
          </a:ln>
        </p:spPr>
      </p:cxnSp>
      <p:cxnSp>
        <p:nvCxnSpPr>
          <p:cNvPr id="185" name="Google Shape;185;p14"/>
          <p:cNvCxnSpPr/>
          <p:nvPr/>
        </p:nvCxnSpPr>
        <p:spPr>
          <a:xfrm>
            <a:off x="7052923" y="5831902"/>
            <a:ext cx="727788" cy="556059"/>
          </a:xfrm>
          <a:prstGeom prst="straightConnector1">
            <a:avLst/>
          </a:prstGeom>
          <a:noFill/>
          <a:ln cap="flat" cmpd="sng" w="38100">
            <a:solidFill>
              <a:srgbClr val="0048E8"/>
            </a:solidFill>
            <a:prstDash val="dot"/>
            <a:round/>
            <a:headEnd len="sm" w="sm" type="none"/>
            <a:tailEnd len="sm" w="sm" type="none"/>
          </a:ln>
        </p:spPr>
      </p:cxnSp>
      <p:cxnSp>
        <p:nvCxnSpPr>
          <p:cNvPr id="186" name="Google Shape;186;p14"/>
          <p:cNvCxnSpPr/>
          <p:nvPr/>
        </p:nvCxnSpPr>
        <p:spPr>
          <a:xfrm flipH="1" rot="10800000">
            <a:off x="7052923" y="5275843"/>
            <a:ext cx="727788" cy="556059"/>
          </a:xfrm>
          <a:prstGeom prst="straightConnector1">
            <a:avLst/>
          </a:prstGeom>
          <a:noFill/>
          <a:ln cap="flat" cmpd="sng" w="38100">
            <a:solidFill>
              <a:srgbClr val="0048E8"/>
            </a:solidFill>
            <a:prstDash val="dot"/>
            <a:round/>
            <a:headEnd len="sm" w="sm" type="none"/>
            <a:tailEnd len="sm" w="sm" type="none"/>
          </a:ln>
        </p:spPr>
      </p:cxnSp>
      <p:sp>
        <p:nvSpPr>
          <p:cNvPr id="187" name="Google Shape;187;p14"/>
          <p:cNvSpPr txBox="1"/>
          <p:nvPr/>
        </p:nvSpPr>
        <p:spPr>
          <a:xfrm>
            <a:off x="4705025" y="2863989"/>
            <a:ext cx="1941753" cy="309245"/>
          </a:xfrm>
          <a:prstGeom prst="rect">
            <a:avLst/>
          </a:prstGeom>
          <a:noFill/>
          <a:ln>
            <a:noFill/>
          </a:ln>
        </p:spPr>
        <p:txBody>
          <a:bodyPr anchorCtr="0" anchor="t" bIns="9144" lIns="9144" spcFirstLastPara="1" rIns="9144" wrap="square" tIns="9144">
            <a:spAutoFit/>
          </a:bodyPr>
          <a:lstStyle/>
          <a:p>
            <a:pPr indent="0" lvl="0" marL="0" marR="0" rtl="0" algn="ctr">
              <a:lnSpc>
                <a:spcPct val="12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86" u="none" cap="none" strike="noStrike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Oraliq tugunlar</a:t>
            </a:r>
            <a:endParaRPr/>
          </a:p>
        </p:txBody>
      </p:sp>
      <p:sp>
        <p:nvSpPr>
          <p:cNvPr id="188" name="Google Shape;188;p14"/>
          <p:cNvSpPr txBox="1"/>
          <p:nvPr/>
        </p:nvSpPr>
        <p:spPr>
          <a:xfrm>
            <a:off x="8136035" y="2339666"/>
            <a:ext cx="1605784" cy="243840"/>
          </a:xfrm>
          <a:prstGeom prst="rect">
            <a:avLst/>
          </a:prstGeom>
          <a:noFill/>
          <a:ln>
            <a:noFill/>
          </a:ln>
        </p:spPr>
        <p:txBody>
          <a:bodyPr anchorCtr="0" anchor="t" bIns="9144" lIns="9144" spcFirstLastPara="1" rIns="9144" wrap="square" tIns="9144">
            <a:spAutoFit/>
          </a:bodyPr>
          <a:lstStyle/>
          <a:p>
            <a:pPr indent="0" lvl="0" marL="0" marR="0" rtl="0" algn="ctr">
              <a:lnSpc>
                <a:spcPct val="12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82" u="none" cap="none" strike="noStrike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Barg tuguni</a:t>
            </a:r>
            <a:endParaRPr/>
          </a:p>
        </p:txBody>
      </p:sp>
      <p:sp>
        <p:nvSpPr>
          <p:cNvPr id="189" name="Google Shape;189;p14"/>
          <p:cNvSpPr txBox="1"/>
          <p:nvPr/>
        </p:nvSpPr>
        <p:spPr>
          <a:xfrm>
            <a:off x="8136035" y="3434490"/>
            <a:ext cx="1605784" cy="243840"/>
          </a:xfrm>
          <a:prstGeom prst="rect">
            <a:avLst/>
          </a:prstGeom>
          <a:noFill/>
          <a:ln>
            <a:noFill/>
          </a:ln>
        </p:spPr>
        <p:txBody>
          <a:bodyPr anchorCtr="0" anchor="t" bIns="9144" lIns="9144" spcFirstLastPara="1" rIns="9144" wrap="square" tIns="9144">
            <a:spAutoFit/>
          </a:bodyPr>
          <a:lstStyle/>
          <a:p>
            <a:pPr indent="0" lvl="0" marL="0" marR="0" rtl="0" algn="ctr">
              <a:lnSpc>
                <a:spcPct val="12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82" u="none" cap="none" strike="noStrike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Barg tuguni</a:t>
            </a:r>
            <a:endParaRPr/>
          </a:p>
        </p:txBody>
      </p:sp>
      <p:sp>
        <p:nvSpPr>
          <p:cNvPr id="190" name="Google Shape;190;p14"/>
          <p:cNvSpPr txBox="1"/>
          <p:nvPr/>
        </p:nvSpPr>
        <p:spPr>
          <a:xfrm>
            <a:off x="8136035" y="5148194"/>
            <a:ext cx="1605784" cy="243840"/>
          </a:xfrm>
          <a:prstGeom prst="rect">
            <a:avLst/>
          </a:prstGeom>
          <a:noFill/>
          <a:ln>
            <a:noFill/>
          </a:ln>
        </p:spPr>
        <p:txBody>
          <a:bodyPr anchorCtr="0" anchor="t" bIns="9144" lIns="9144" spcFirstLastPara="1" rIns="9144" wrap="square" tIns="9144">
            <a:spAutoFit/>
          </a:bodyPr>
          <a:lstStyle/>
          <a:p>
            <a:pPr indent="0" lvl="0" marL="0" marR="0" rtl="0" algn="ctr">
              <a:lnSpc>
                <a:spcPct val="12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82" u="none" cap="none" strike="noStrike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Barg tuguni</a:t>
            </a:r>
            <a:endParaRPr/>
          </a:p>
        </p:txBody>
      </p:sp>
      <p:sp>
        <p:nvSpPr>
          <p:cNvPr id="191" name="Google Shape;191;p14"/>
          <p:cNvSpPr txBox="1"/>
          <p:nvPr/>
        </p:nvSpPr>
        <p:spPr>
          <a:xfrm>
            <a:off x="8136035" y="6243017"/>
            <a:ext cx="1605784" cy="243840"/>
          </a:xfrm>
          <a:prstGeom prst="rect">
            <a:avLst/>
          </a:prstGeom>
          <a:noFill/>
          <a:ln>
            <a:noFill/>
          </a:ln>
        </p:spPr>
        <p:txBody>
          <a:bodyPr anchorCtr="0" anchor="t" bIns="9144" lIns="9144" spcFirstLastPara="1" rIns="9144" wrap="square" tIns="9144">
            <a:spAutoFit/>
          </a:bodyPr>
          <a:lstStyle/>
          <a:p>
            <a:pPr indent="0" lvl="0" marL="0" marR="0" rtl="0" algn="ctr">
              <a:lnSpc>
                <a:spcPct val="12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82" u="none" cap="none" strike="noStrike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Barg tuguni</a:t>
            </a:r>
            <a:endParaRPr/>
          </a:p>
        </p:txBody>
      </p:sp>
      <p:sp>
        <p:nvSpPr>
          <p:cNvPr id="192" name="Google Shape;192;p14"/>
          <p:cNvSpPr txBox="1"/>
          <p:nvPr/>
        </p:nvSpPr>
        <p:spPr>
          <a:xfrm>
            <a:off x="1272552" y="3810763"/>
            <a:ext cx="1540047" cy="1171726"/>
          </a:xfrm>
          <a:prstGeom prst="rect">
            <a:avLst/>
          </a:prstGeom>
          <a:noFill/>
          <a:ln>
            <a:noFill/>
          </a:ln>
        </p:spPr>
        <p:txBody>
          <a:bodyPr anchorCtr="0" anchor="t" bIns="9144" lIns="9144" spcFirstLastPara="1" rIns="9144" wrap="square" tIns="9144">
            <a:spAutoFit/>
          </a:bodyPr>
          <a:lstStyle/>
          <a:p>
            <a:pPr indent="0" lvl="0" marL="0" marR="0" rtl="0" algn="ctr">
              <a:lnSpc>
                <a:spcPct val="12200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247" u="none" cap="none" strike="noStrike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Ildiz</a:t>
            </a:r>
            <a:endParaRPr/>
          </a:p>
          <a:p>
            <a:pPr indent="0" lvl="0" marL="0" marR="0" rtl="0" algn="ctr">
              <a:lnSpc>
                <a:spcPct val="12200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46" u="none" cap="none" strike="noStrike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tugunlari</a:t>
            </a:r>
            <a:endParaRPr/>
          </a:p>
        </p:txBody>
      </p:sp>
      <p:sp>
        <p:nvSpPr>
          <p:cNvPr id="193" name="Google Shape;193;p14"/>
          <p:cNvSpPr txBox="1"/>
          <p:nvPr/>
        </p:nvSpPr>
        <p:spPr>
          <a:xfrm>
            <a:off x="4702321" y="4256291"/>
            <a:ext cx="1941753" cy="309245"/>
          </a:xfrm>
          <a:prstGeom prst="rect">
            <a:avLst/>
          </a:prstGeom>
          <a:noFill/>
          <a:ln>
            <a:noFill/>
          </a:ln>
        </p:spPr>
        <p:txBody>
          <a:bodyPr anchorCtr="0" anchor="t" bIns="9144" lIns="9144" spcFirstLastPara="1" rIns="9144" wrap="square" tIns="9144">
            <a:spAutoFit/>
          </a:bodyPr>
          <a:lstStyle/>
          <a:p>
            <a:pPr indent="0" lvl="0" marL="0" marR="0" rtl="0" algn="ctr">
              <a:lnSpc>
                <a:spcPct val="12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86" u="none" cap="none" strike="noStrike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Oraliq tugunlar</a:t>
            </a:r>
            <a:endParaRPr/>
          </a:p>
        </p:txBody>
      </p:sp>
      <p:sp>
        <p:nvSpPr>
          <p:cNvPr id="194" name="Google Shape;194;p14"/>
          <p:cNvSpPr txBox="1"/>
          <p:nvPr/>
        </p:nvSpPr>
        <p:spPr>
          <a:xfrm>
            <a:off x="4702321" y="5662109"/>
            <a:ext cx="1941753" cy="309245"/>
          </a:xfrm>
          <a:prstGeom prst="rect">
            <a:avLst/>
          </a:prstGeom>
          <a:noFill/>
          <a:ln>
            <a:noFill/>
          </a:ln>
        </p:spPr>
        <p:txBody>
          <a:bodyPr anchorCtr="0" anchor="t" bIns="9144" lIns="9144" spcFirstLastPara="1" rIns="9144" wrap="square" tIns="9144">
            <a:spAutoFit/>
          </a:bodyPr>
          <a:lstStyle/>
          <a:p>
            <a:pPr indent="0" lvl="0" marL="0" marR="0" rtl="0" algn="ctr">
              <a:lnSpc>
                <a:spcPct val="12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86" u="none" cap="none" strike="noStrike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Oraliq tugunlar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AFAFA"/>
        </a:solidFill>
      </p:bgPr>
    </p:bg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99" name="Google Shape;199;p15"/>
          <p:cNvGraphicFramePr/>
          <p:nvPr/>
        </p:nvGraphicFramePr>
        <p:xfrm>
          <a:off x="-200" y="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{201D9C50-01CC-45C6-9C55-C054D1B1DACE}</a:tableStyleId>
              </a:tblPr>
              <a:tblGrid>
                <a:gridCol w="594075"/>
                <a:gridCol w="594075"/>
                <a:gridCol w="594075"/>
                <a:gridCol w="594075"/>
                <a:gridCol w="594075"/>
                <a:gridCol w="594075"/>
                <a:gridCol w="594075"/>
                <a:gridCol w="594075"/>
                <a:gridCol w="594075"/>
                <a:gridCol w="594075"/>
                <a:gridCol w="594075"/>
                <a:gridCol w="594075"/>
                <a:gridCol w="594075"/>
                <a:gridCol w="594075"/>
                <a:gridCol w="594075"/>
                <a:gridCol w="594075"/>
                <a:gridCol w="594075"/>
                <a:gridCol w="594075"/>
              </a:tblGrid>
              <a:tr h="755650">
                <a:tc>
                  <a:txBody>
                    <a:bodyPr wrap="square" lIns="9144" rIns="9144" tIns="9144" bIns="9144"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 wrap="square" lIns="9144" rIns="9144" tIns="9144" bIns="9144"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 wrap="square" lIns="9144" rIns="9144" tIns="9144" bIns="9144"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 wrap="square" lIns="9144" rIns="9144" tIns="9144" bIns="9144"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 wrap="square" lIns="9144" rIns="9144" tIns="9144" bIns="9144"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 wrap="square" lIns="9144" rIns="9144" tIns="9144" bIns="9144"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 wrap="square" lIns="9144" rIns="9144" tIns="9144" bIns="9144"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 wrap="square" lIns="9144" rIns="9144" tIns="9144" bIns="9144"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 wrap="square" lIns="9144" rIns="9144" tIns="9144" bIns="9144"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 wrap="square" lIns="9144" rIns="9144" tIns="9144" bIns="9144"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 wrap="square" lIns="9144" rIns="9144" tIns="9144" bIns="9144"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 wrap="square" lIns="9144" rIns="9144" tIns="9144" bIns="9144"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 wrap="square" lIns="9144" rIns="9144" tIns="9144" bIns="9144"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 wrap="square" lIns="9144" rIns="9144" tIns="9144" bIns="9144"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 wrap="square" lIns="9144" rIns="9144" tIns="9144" bIns="9144"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 wrap="square" lIns="9144" rIns="9144" tIns="9144" bIns="9144"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 wrap="square" lIns="9144" rIns="9144" tIns="9144" bIns="9144"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 wrap="square" lIns="9144" rIns="9144" tIns="9144" bIns="9144"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755650">
                <a:tc>
                  <a:txBody>
                    <a:bodyPr wrap="square" lIns="9144" rIns="9144" tIns="9144" bIns="9144"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 wrap="square" lIns="9144" rIns="9144" tIns="9144" bIns="9144"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 wrap="square" lIns="9144" rIns="9144" tIns="9144" bIns="9144"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 wrap="square" lIns="9144" rIns="9144" tIns="9144" bIns="9144"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 wrap="square" lIns="9144" rIns="9144" tIns="9144" bIns="9144"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 wrap="square" lIns="9144" rIns="9144" tIns="9144" bIns="9144"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 wrap="square" lIns="9144" rIns="9144" tIns="9144" bIns="9144"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 wrap="square" lIns="9144" rIns="9144" tIns="9144" bIns="9144"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 wrap="square" lIns="9144" rIns="9144" tIns="9144" bIns="9144"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 wrap="square" lIns="9144" rIns="9144" tIns="9144" bIns="9144"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 wrap="square" lIns="9144" rIns="9144" tIns="9144" bIns="9144"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 wrap="square" lIns="9144" rIns="9144" tIns="9144" bIns="9144"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 wrap="square" lIns="9144" rIns="9144" tIns="9144" bIns="9144"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 wrap="square" lIns="9144" rIns="9144" tIns="9144" bIns="9144"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 wrap="square" lIns="9144" rIns="9144" tIns="9144" bIns="9144"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 wrap="square" lIns="9144" rIns="9144" tIns="9144" bIns="9144"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 wrap="square" lIns="9144" rIns="9144" tIns="9144" bIns="9144"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 wrap="square" lIns="9144" rIns="9144" tIns="9144" bIns="9144"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755650">
                <a:tc>
                  <a:txBody>
                    <a:bodyPr wrap="square" lIns="9144" rIns="9144" tIns="9144" bIns="9144"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 wrap="square" lIns="9144" rIns="9144" tIns="9144" bIns="9144"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 wrap="square" lIns="9144" rIns="9144" tIns="9144" bIns="9144"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 wrap="square" lIns="9144" rIns="9144" tIns="9144" bIns="9144"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 wrap="square" lIns="9144" rIns="9144" tIns="9144" bIns="9144"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 wrap="square" lIns="9144" rIns="9144" tIns="9144" bIns="9144"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 wrap="square" lIns="9144" rIns="9144" tIns="9144" bIns="9144"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 wrap="square" lIns="9144" rIns="9144" tIns="9144" bIns="9144"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 wrap="square" lIns="9144" rIns="9144" tIns="9144" bIns="9144"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 wrap="square" lIns="9144" rIns="9144" tIns="9144" bIns="9144"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 wrap="square" lIns="9144" rIns="9144" tIns="9144" bIns="9144"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 wrap="square" lIns="9144" rIns="9144" tIns="9144" bIns="9144"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 wrap="square" lIns="9144" rIns="9144" tIns="9144" bIns="9144"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 wrap="square" lIns="9144" rIns="9144" tIns="9144" bIns="9144"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 wrap="square" lIns="9144" rIns="9144" tIns="9144" bIns="9144"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 wrap="square" lIns="9144" rIns="9144" tIns="9144" bIns="9144"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 wrap="square" lIns="9144" rIns="9144" tIns="9144" bIns="9144"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 wrap="square" lIns="9144" rIns="9144" tIns="9144" bIns="9144"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755650">
                <a:tc>
                  <a:txBody>
                    <a:bodyPr wrap="square" lIns="9144" rIns="9144" tIns="9144" bIns="9144"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 wrap="square" lIns="9144" rIns="9144" tIns="9144" bIns="9144"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 wrap="square" lIns="9144" rIns="9144" tIns="9144" bIns="9144"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 wrap="square" lIns="9144" rIns="9144" tIns="9144" bIns="9144"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 wrap="square" lIns="9144" rIns="9144" tIns="9144" bIns="9144"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 wrap="square" lIns="9144" rIns="9144" tIns="9144" bIns="9144"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 wrap="square" lIns="9144" rIns="9144" tIns="9144" bIns="9144"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 wrap="square" lIns="9144" rIns="9144" tIns="9144" bIns="9144"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 wrap="square" lIns="9144" rIns="9144" tIns="9144" bIns="9144"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 wrap="square" lIns="9144" rIns="9144" tIns="9144" bIns="9144"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 wrap="square" lIns="9144" rIns="9144" tIns="9144" bIns="9144"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 wrap="square" lIns="9144" rIns="9144" tIns="9144" bIns="9144"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 wrap="square" lIns="9144" rIns="9144" tIns="9144" bIns="9144"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 wrap="square" lIns="9144" rIns="9144" tIns="9144" bIns="9144"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 wrap="square" lIns="9144" rIns="9144" tIns="9144" bIns="9144"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 wrap="square" lIns="9144" rIns="9144" tIns="9144" bIns="9144"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 wrap="square" lIns="9144" rIns="9144" tIns="9144" bIns="9144"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 wrap="square" lIns="9144" rIns="9144" tIns="9144" bIns="9144"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755650">
                <a:tc>
                  <a:txBody>
                    <a:bodyPr wrap="square" lIns="9144" rIns="9144" tIns="9144" bIns="9144"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 wrap="square" lIns="9144" rIns="9144" tIns="9144" bIns="9144"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 wrap="square" lIns="9144" rIns="9144" tIns="9144" bIns="9144"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 wrap="square" lIns="9144" rIns="9144" tIns="9144" bIns="9144"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 wrap="square" lIns="9144" rIns="9144" tIns="9144" bIns="9144"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 wrap="square" lIns="9144" rIns="9144" tIns="9144" bIns="9144"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 wrap="square" lIns="9144" rIns="9144" tIns="9144" bIns="9144"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 wrap="square" lIns="9144" rIns="9144" tIns="9144" bIns="9144"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 wrap="square" lIns="9144" rIns="9144" tIns="9144" bIns="9144"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 wrap="square" lIns="9144" rIns="9144" tIns="9144" bIns="9144"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 wrap="square" lIns="9144" rIns="9144" tIns="9144" bIns="9144"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 wrap="square" lIns="9144" rIns="9144" tIns="9144" bIns="9144"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 wrap="square" lIns="9144" rIns="9144" tIns="9144" bIns="9144"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 wrap="square" lIns="9144" rIns="9144" tIns="9144" bIns="9144"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 wrap="square" lIns="9144" rIns="9144" tIns="9144" bIns="9144"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 wrap="square" lIns="9144" rIns="9144" tIns="9144" bIns="9144"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 wrap="square" lIns="9144" rIns="9144" tIns="9144" bIns="9144"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 wrap="square" lIns="9144" rIns="9144" tIns="9144" bIns="9144"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755650">
                <a:tc>
                  <a:txBody>
                    <a:bodyPr wrap="square" lIns="9144" rIns="9144" tIns="9144" bIns="9144"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 wrap="square" lIns="9144" rIns="9144" tIns="9144" bIns="9144"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 wrap="square" lIns="9144" rIns="9144" tIns="9144" bIns="9144"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 wrap="square" lIns="9144" rIns="9144" tIns="9144" bIns="9144"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 wrap="square" lIns="9144" rIns="9144" tIns="9144" bIns="9144"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 wrap="square" lIns="9144" rIns="9144" tIns="9144" bIns="9144"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 wrap="square" lIns="9144" rIns="9144" tIns="9144" bIns="9144"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 wrap="square" lIns="9144" rIns="9144" tIns="9144" bIns="9144"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 wrap="square" lIns="9144" rIns="9144" tIns="9144" bIns="9144"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 wrap="square" lIns="9144" rIns="9144" tIns="9144" bIns="9144"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 wrap="square" lIns="9144" rIns="9144" tIns="9144" bIns="9144"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 wrap="square" lIns="9144" rIns="9144" tIns="9144" bIns="9144"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 wrap="square" lIns="9144" rIns="9144" tIns="9144" bIns="9144"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 wrap="square" lIns="9144" rIns="9144" tIns="9144" bIns="9144"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 wrap="square" lIns="9144" rIns="9144" tIns="9144" bIns="9144"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 wrap="square" lIns="9144" rIns="9144" tIns="9144" bIns="9144"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 wrap="square" lIns="9144" rIns="9144" tIns="9144" bIns="9144"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 wrap="square" lIns="9144" rIns="9144" tIns="9144" bIns="9144"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755650">
                <a:tc>
                  <a:txBody>
                    <a:bodyPr wrap="square" lIns="9144" rIns="9144" tIns="9144" bIns="9144"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 wrap="square" lIns="9144" rIns="9144" tIns="9144" bIns="9144"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 wrap="square" lIns="9144" rIns="9144" tIns="9144" bIns="9144"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 wrap="square" lIns="9144" rIns="9144" tIns="9144" bIns="9144"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 wrap="square" lIns="9144" rIns="9144" tIns="9144" bIns="9144"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 wrap="square" lIns="9144" rIns="9144" tIns="9144" bIns="9144"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 wrap="square" lIns="9144" rIns="9144" tIns="9144" bIns="9144"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 wrap="square" lIns="9144" rIns="9144" tIns="9144" bIns="9144"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 wrap="square" lIns="9144" rIns="9144" tIns="9144" bIns="9144"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 wrap="square" lIns="9144" rIns="9144" tIns="9144" bIns="9144"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 wrap="square" lIns="9144" rIns="9144" tIns="9144" bIns="9144"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 wrap="square" lIns="9144" rIns="9144" tIns="9144" bIns="9144"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 wrap="square" lIns="9144" rIns="9144" tIns="9144" bIns="9144"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 wrap="square" lIns="9144" rIns="9144" tIns="9144" bIns="9144"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 wrap="square" lIns="9144" rIns="9144" tIns="9144" bIns="9144"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 wrap="square" lIns="9144" rIns="9144" tIns="9144" bIns="9144"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 wrap="square" lIns="9144" rIns="9144" tIns="9144" bIns="9144"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 wrap="square" lIns="9144" rIns="9144" tIns="9144" bIns="9144"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755650">
                <a:tc>
                  <a:txBody>
                    <a:bodyPr wrap="square" lIns="9144" rIns="9144" tIns="9144" bIns="9144"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 wrap="square" lIns="9144" rIns="9144" tIns="9144" bIns="9144"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 wrap="square" lIns="9144" rIns="9144" tIns="9144" bIns="9144"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 wrap="square" lIns="9144" rIns="9144" tIns="9144" bIns="9144"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 wrap="square" lIns="9144" rIns="9144" tIns="9144" bIns="9144"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 wrap="square" lIns="9144" rIns="9144" tIns="9144" bIns="9144"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 wrap="square" lIns="9144" rIns="9144" tIns="9144" bIns="9144"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 wrap="square" lIns="9144" rIns="9144" tIns="9144" bIns="9144"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 wrap="square" lIns="9144" rIns="9144" tIns="9144" bIns="9144"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 wrap="square" lIns="9144" rIns="9144" tIns="9144" bIns="9144"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 wrap="square" lIns="9144" rIns="9144" tIns="9144" bIns="9144"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 wrap="square" lIns="9144" rIns="9144" tIns="9144" bIns="9144"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 wrap="square" lIns="9144" rIns="9144" tIns="9144" bIns="9144"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 wrap="square" lIns="9144" rIns="9144" tIns="9144" bIns="9144"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 wrap="square" lIns="9144" rIns="9144" tIns="9144" bIns="9144"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 wrap="square" lIns="9144" rIns="9144" tIns="9144" bIns="9144"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 wrap="square" lIns="9144" rIns="9144" tIns="9144" bIns="9144"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 wrap="square" lIns="9144" rIns="9144" tIns="9144" bIns="9144"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755650">
                <a:tc>
                  <a:txBody>
                    <a:bodyPr wrap="square" lIns="9144" rIns="9144" tIns="9144" bIns="9144"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 wrap="square" lIns="9144" rIns="9144" tIns="9144" bIns="9144"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 wrap="square" lIns="9144" rIns="9144" tIns="9144" bIns="9144"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 wrap="square" lIns="9144" rIns="9144" tIns="9144" bIns="9144"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 wrap="square" lIns="9144" rIns="9144" tIns="9144" bIns="9144"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 wrap="square" lIns="9144" rIns="9144" tIns="9144" bIns="9144"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 wrap="square" lIns="9144" rIns="9144" tIns="9144" bIns="9144"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 wrap="square" lIns="9144" rIns="9144" tIns="9144" bIns="9144"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 wrap="square" lIns="9144" rIns="9144" tIns="9144" bIns="9144"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 wrap="square" lIns="9144" rIns="9144" tIns="9144" bIns="9144"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 wrap="square" lIns="9144" rIns="9144" tIns="9144" bIns="9144"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 wrap="square" lIns="9144" rIns="9144" tIns="9144" bIns="9144"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 wrap="square" lIns="9144" rIns="9144" tIns="9144" bIns="9144"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 wrap="square" lIns="9144" rIns="9144" tIns="9144" bIns="9144"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 wrap="square" lIns="9144" rIns="9144" tIns="9144" bIns="9144"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 wrap="square" lIns="9144" rIns="9144" tIns="9144" bIns="9144"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 wrap="square" lIns="9144" rIns="9144" tIns="9144" bIns="9144"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 wrap="square" lIns="9144" rIns="9144" tIns="9144" bIns="9144"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755650">
                <a:tc>
                  <a:txBody>
                    <a:bodyPr wrap="square" lIns="9144" rIns="9144" tIns="9144" bIns="9144"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 wrap="square" lIns="9144" rIns="9144" tIns="9144" bIns="9144"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 wrap="square" lIns="9144" rIns="9144" tIns="9144" bIns="9144"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 wrap="square" lIns="9144" rIns="9144" tIns="9144" bIns="9144"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 wrap="square" lIns="9144" rIns="9144" tIns="9144" bIns="9144"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 wrap="square" lIns="9144" rIns="9144" tIns="9144" bIns="9144"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 wrap="square" lIns="9144" rIns="9144" tIns="9144" bIns="9144"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 wrap="square" lIns="9144" rIns="9144" tIns="9144" bIns="9144"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 wrap="square" lIns="9144" rIns="9144" tIns="9144" bIns="9144"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 wrap="square" lIns="9144" rIns="9144" tIns="9144" bIns="9144"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 wrap="square" lIns="9144" rIns="9144" tIns="9144" bIns="9144"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 wrap="square" lIns="9144" rIns="9144" tIns="9144" bIns="9144"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 wrap="square" lIns="9144" rIns="9144" tIns="9144" bIns="9144"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 wrap="square" lIns="9144" rIns="9144" tIns="9144" bIns="9144"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 wrap="square" lIns="9144" rIns="9144" tIns="9144" bIns="9144"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 wrap="square" lIns="9144" rIns="9144" tIns="9144" bIns="9144"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 wrap="square" lIns="9144" rIns="9144" tIns="9144" bIns="9144"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 wrap="square" lIns="9144" rIns="9144" tIns="9144" bIns="9144"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pSp>
        <p:nvGrpSpPr>
          <p:cNvPr id="200" name="Google Shape;200;p15"/>
          <p:cNvGrpSpPr/>
          <p:nvPr/>
        </p:nvGrpSpPr>
        <p:grpSpPr>
          <a:xfrm>
            <a:off x="594858" y="344959"/>
            <a:ext cx="9502283" cy="1323381"/>
            <a:chOff x="0" y="-28575"/>
            <a:chExt cx="3405404" cy="474270"/>
          </a:xfrm>
        </p:grpSpPr>
        <p:sp>
          <p:nvSpPr>
            <p:cNvPr id="201" name="Google Shape;201;p15"/>
            <p:cNvSpPr/>
            <p:nvPr/>
          </p:nvSpPr>
          <p:spPr>
            <a:xfrm>
              <a:off x="0" y="0"/>
              <a:ext cx="3405404" cy="445695"/>
            </a:xfrm>
            <a:custGeom>
              <a:rect b="b" l="l" r="r" t="t"/>
              <a:pathLst>
                <a:path extrusionOk="0" h="445695" w="3405404">
                  <a:moveTo>
                    <a:pt x="0" y="0"/>
                  </a:moveTo>
                  <a:lnTo>
                    <a:pt x="3405404" y="0"/>
                  </a:lnTo>
                  <a:lnTo>
                    <a:pt x="3405404" y="445695"/>
                  </a:lnTo>
                  <a:lnTo>
                    <a:pt x="0" y="445695"/>
                  </a:lnTo>
                  <a:close/>
                </a:path>
              </a:pathLst>
            </a:custGeom>
            <a:solidFill>
              <a:srgbClr val="3167EC"/>
            </a:solidFill>
            <a:ln>
              <a:noFill/>
            </a:ln>
          </p:spPr>
          <p:txBody>
            <a:bodyPr wrap="square" lIns="9144" rIns="9144" tIns="9144" bIns="9144"/>
            <a:p/>
          </p:txBody>
        </p:sp>
        <p:sp>
          <p:nvSpPr>
            <p:cNvPr id="202" name="Google Shape;202;p15"/>
            <p:cNvSpPr txBox="1"/>
            <p:nvPr/>
          </p:nvSpPr>
          <p:spPr>
            <a:xfrm>
              <a:off x="0" y="-28575"/>
              <a:ext cx="3405404" cy="47427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4" lIns="9144" spcFirstLastPara="1" rIns="9144" wrap="square" tIns="9144">
              <a:noAutofit/>
            </a:bodyPr>
            <a:lstStyle/>
            <a:p>
              <a:pPr indent="0" lvl="0" marL="0" marR="0" rtl="0" algn="ctr">
                <a:lnSpc>
                  <a:spcPct val="108888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03" name="Google Shape;203;p15"/>
          <p:cNvSpPr txBox="1"/>
          <p:nvPr/>
        </p:nvSpPr>
        <p:spPr>
          <a:xfrm>
            <a:off x="594858" y="572966"/>
            <a:ext cx="9502283" cy="819149"/>
          </a:xfrm>
          <a:prstGeom prst="rect">
            <a:avLst/>
          </a:prstGeom>
          <a:noFill/>
          <a:ln>
            <a:noFill/>
          </a:ln>
        </p:spPr>
        <p:txBody>
          <a:bodyPr anchorCtr="0" anchor="t" bIns="9144" lIns="9144" spcFirstLastPara="1" rIns="9144" wrap="square" tIns="9144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9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ASOSIY INVESTITSIYA QARORI</a:t>
            </a:r>
            <a:endParaRPr/>
          </a:p>
        </p:txBody>
      </p:sp>
      <p:grpSp>
        <p:nvGrpSpPr>
          <p:cNvPr id="204" name="Google Shape;204;p15"/>
          <p:cNvGrpSpPr/>
          <p:nvPr/>
        </p:nvGrpSpPr>
        <p:grpSpPr>
          <a:xfrm>
            <a:off x="594858" y="2145405"/>
            <a:ext cx="2576007" cy="1073651"/>
            <a:chOff x="0" y="-28575"/>
            <a:chExt cx="1423640" cy="593357"/>
          </a:xfrm>
        </p:grpSpPr>
        <p:sp>
          <p:nvSpPr>
            <p:cNvPr id="205" name="Google Shape;205;p15"/>
            <p:cNvSpPr/>
            <p:nvPr/>
          </p:nvSpPr>
          <p:spPr>
            <a:xfrm>
              <a:off x="0" y="0"/>
              <a:ext cx="1423640" cy="564782"/>
            </a:xfrm>
            <a:custGeom>
              <a:rect b="b" l="l" r="r" t="t"/>
              <a:pathLst>
                <a:path extrusionOk="0" h="564782" w="1423640">
                  <a:moveTo>
                    <a:pt x="0" y="0"/>
                  </a:moveTo>
                  <a:lnTo>
                    <a:pt x="1423640" y="0"/>
                  </a:lnTo>
                  <a:lnTo>
                    <a:pt x="1423640" y="564782"/>
                  </a:lnTo>
                  <a:lnTo>
                    <a:pt x="0" y="564782"/>
                  </a:lnTo>
                  <a:close/>
                </a:path>
              </a:pathLst>
            </a:custGeom>
            <a:solidFill>
              <a:srgbClr val="3167EC"/>
            </a:solidFill>
            <a:ln>
              <a:noFill/>
            </a:ln>
          </p:spPr>
          <p:txBody>
            <a:bodyPr wrap="square" lIns="9144" rIns="9144" tIns="9144" bIns="9144"/>
            <a:p/>
          </p:txBody>
        </p:sp>
        <p:sp>
          <p:nvSpPr>
            <p:cNvPr id="206" name="Google Shape;206;p15"/>
            <p:cNvSpPr txBox="1"/>
            <p:nvPr/>
          </p:nvSpPr>
          <p:spPr>
            <a:xfrm>
              <a:off x="0" y="-28575"/>
              <a:ext cx="1423640" cy="59335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4" lIns="9144" spcFirstLastPara="1" rIns="9144" wrap="square" tIns="9144">
              <a:noAutofit/>
            </a:bodyPr>
            <a:lstStyle/>
            <a:p>
              <a:pPr indent="0" lvl="0" marL="0" marR="0" rtl="0" algn="ctr">
                <a:lnSpc>
                  <a:spcPct val="81333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07" name="Google Shape;207;p15"/>
          <p:cNvGrpSpPr/>
          <p:nvPr/>
        </p:nvGrpSpPr>
        <p:grpSpPr>
          <a:xfrm>
            <a:off x="4057817" y="2145405"/>
            <a:ext cx="2576007" cy="1073651"/>
            <a:chOff x="0" y="-28575"/>
            <a:chExt cx="1423640" cy="593357"/>
          </a:xfrm>
        </p:grpSpPr>
        <p:sp>
          <p:nvSpPr>
            <p:cNvPr id="208" name="Google Shape;208;p15"/>
            <p:cNvSpPr/>
            <p:nvPr/>
          </p:nvSpPr>
          <p:spPr>
            <a:xfrm>
              <a:off x="0" y="0"/>
              <a:ext cx="1423640" cy="564782"/>
            </a:xfrm>
            <a:custGeom>
              <a:rect b="b" l="l" r="r" t="t"/>
              <a:pathLst>
                <a:path extrusionOk="0" h="564782" w="1423640">
                  <a:moveTo>
                    <a:pt x="0" y="0"/>
                  </a:moveTo>
                  <a:lnTo>
                    <a:pt x="1423640" y="0"/>
                  </a:lnTo>
                  <a:lnTo>
                    <a:pt x="1423640" y="564782"/>
                  </a:lnTo>
                  <a:lnTo>
                    <a:pt x="0" y="564782"/>
                  </a:lnTo>
                  <a:close/>
                </a:path>
              </a:pathLst>
            </a:custGeom>
            <a:solidFill>
              <a:srgbClr val="3167EC"/>
            </a:solidFill>
            <a:ln>
              <a:noFill/>
            </a:ln>
          </p:spPr>
          <p:txBody>
            <a:bodyPr wrap="square" lIns="9144" rIns="9144" tIns="9144" bIns="9144"/>
            <a:p/>
          </p:txBody>
        </p:sp>
        <p:sp>
          <p:nvSpPr>
            <p:cNvPr id="209" name="Google Shape;209;p15"/>
            <p:cNvSpPr txBox="1"/>
            <p:nvPr/>
          </p:nvSpPr>
          <p:spPr>
            <a:xfrm>
              <a:off x="0" y="-28575"/>
              <a:ext cx="1423640" cy="59335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4" lIns="9144" spcFirstLastPara="1" rIns="9144" wrap="square" tIns="9144">
              <a:noAutofit/>
            </a:bodyPr>
            <a:lstStyle/>
            <a:p>
              <a:pPr indent="0" lvl="0" marL="0" marR="0" rtl="0" algn="ctr">
                <a:lnSpc>
                  <a:spcPct val="81333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10" name="Google Shape;210;p15"/>
          <p:cNvGrpSpPr/>
          <p:nvPr/>
        </p:nvGrpSpPr>
        <p:grpSpPr>
          <a:xfrm>
            <a:off x="7521135" y="2145405"/>
            <a:ext cx="2576007" cy="1073651"/>
            <a:chOff x="0" y="-28575"/>
            <a:chExt cx="1423640" cy="593357"/>
          </a:xfrm>
        </p:grpSpPr>
        <p:sp>
          <p:nvSpPr>
            <p:cNvPr id="211" name="Google Shape;211;p15"/>
            <p:cNvSpPr/>
            <p:nvPr/>
          </p:nvSpPr>
          <p:spPr>
            <a:xfrm>
              <a:off x="0" y="0"/>
              <a:ext cx="1423640" cy="564782"/>
            </a:xfrm>
            <a:custGeom>
              <a:rect b="b" l="l" r="r" t="t"/>
              <a:pathLst>
                <a:path extrusionOk="0" h="564782" w="1423640">
                  <a:moveTo>
                    <a:pt x="0" y="0"/>
                  </a:moveTo>
                  <a:lnTo>
                    <a:pt x="1423640" y="0"/>
                  </a:lnTo>
                  <a:lnTo>
                    <a:pt x="1423640" y="564782"/>
                  </a:lnTo>
                  <a:lnTo>
                    <a:pt x="0" y="564782"/>
                  </a:lnTo>
                  <a:close/>
                </a:path>
              </a:pathLst>
            </a:custGeom>
            <a:solidFill>
              <a:srgbClr val="3167EC"/>
            </a:solidFill>
            <a:ln>
              <a:noFill/>
            </a:ln>
          </p:spPr>
          <p:txBody>
            <a:bodyPr wrap="square" lIns="9144" rIns="9144" tIns="9144" bIns="9144"/>
            <a:p/>
          </p:txBody>
        </p:sp>
        <p:sp>
          <p:nvSpPr>
            <p:cNvPr id="212" name="Google Shape;212;p15"/>
            <p:cNvSpPr txBox="1"/>
            <p:nvPr/>
          </p:nvSpPr>
          <p:spPr>
            <a:xfrm>
              <a:off x="0" y="-28575"/>
              <a:ext cx="1423640" cy="59335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4" lIns="9144" spcFirstLastPara="1" rIns="9144" wrap="square" tIns="9144">
              <a:noAutofit/>
            </a:bodyPr>
            <a:lstStyle/>
            <a:p>
              <a:pPr indent="0" lvl="0" marL="0" marR="0" rtl="0" algn="ctr">
                <a:lnSpc>
                  <a:spcPct val="81333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13" name="Google Shape;213;p15"/>
          <p:cNvGrpSpPr/>
          <p:nvPr/>
        </p:nvGrpSpPr>
        <p:grpSpPr>
          <a:xfrm>
            <a:off x="2306765" y="3700751"/>
            <a:ext cx="2576007" cy="1073651"/>
            <a:chOff x="0" y="-28575"/>
            <a:chExt cx="1423640" cy="593357"/>
          </a:xfrm>
        </p:grpSpPr>
        <p:sp>
          <p:nvSpPr>
            <p:cNvPr id="214" name="Google Shape;214;p15"/>
            <p:cNvSpPr/>
            <p:nvPr/>
          </p:nvSpPr>
          <p:spPr>
            <a:xfrm>
              <a:off x="0" y="0"/>
              <a:ext cx="1423640" cy="564782"/>
            </a:xfrm>
            <a:custGeom>
              <a:rect b="b" l="l" r="r" t="t"/>
              <a:pathLst>
                <a:path extrusionOk="0" h="564782" w="1423640">
                  <a:moveTo>
                    <a:pt x="0" y="0"/>
                  </a:moveTo>
                  <a:lnTo>
                    <a:pt x="1423640" y="0"/>
                  </a:lnTo>
                  <a:lnTo>
                    <a:pt x="1423640" y="564782"/>
                  </a:lnTo>
                  <a:lnTo>
                    <a:pt x="0" y="564782"/>
                  </a:lnTo>
                  <a:close/>
                </a:path>
              </a:pathLst>
            </a:custGeom>
            <a:solidFill>
              <a:srgbClr val="3167EC"/>
            </a:solidFill>
            <a:ln>
              <a:noFill/>
            </a:ln>
          </p:spPr>
          <p:txBody>
            <a:bodyPr wrap="square" lIns="9144" rIns="9144" tIns="9144" bIns="9144"/>
            <a:p/>
          </p:txBody>
        </p:sp>
        <p:sp>
          <p:nvSpPr>
            <p:cNvPr id="215" name="Google Shape;215;p15"/>
            <p:cNvSpPr txBox="1"/>
            <p:nvPr/>
          </p:nvSpPr>
          <p:spPr>
            <a:xfrm>
              <a:off x="0" y="-28575"/>
              <a:ext cx="1423640" cy="59335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4" lIns="9144" spcFirstLastPara="1" rIns="9144" wrap="square" tIns="9144">
              <a:noAutofit/>
            </a:bodyPr>
            <a:lstStyle/>
            <a:p>
              <a:pPr indent="0" lvl="0" marL="0" marR="0" rtl="0" algn="ctr">
                <a:lnSpc>
                  <a:spcPct val="81333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16" name="Google Shape;216;p15"/>
          <p:cNvGrpSpPr/>
          <p:nvPr/>
        </p:nvGrpSpPr>
        <p:grpSpPr>
          <a:xfrm>
            <a:off x="5809229" y="3700751"/>
            <a:ext cx="2576007" cy="1073651"/>
            <a:chOff x="0" y="-28575"/>
            <a:chExt cx="1423640" cy="593357"/>
          </a:xfrm>
        </p:grpSpPr>
        <p:sp>
          <p:nvSpPr>
            <p:cNvPr id="217" name="Google Shape;217;p15"/>
            <p:cNvSpPr/>
            <p:nvPr/>
          </p:nvSpPr>
          <p:spPr>
            <a:xfrm>
              <a:off x="0" y="0"/>
              <a:ext cx="1423640" cy="564782"/>
            </a:xfrm>
            <a:custGeom>
              <a:rect b="b" l="l" r="r" t="t"/>
              <a:pathLst>
                <a:path extrusionOk="0" h="564782" w="1423640">
                  <a:moveTo>
                    <a:pt x="0" y="0"/>
                  </a:moveTo>
                  <a:lnTo>
                    <a:pt x="1423640" y="0"/>
                  </a:lnTo>
                  <a:lnTo>
                    <a:pt x="1423640" y="564782"/>
                  </a:lnTo>
                  <a:lnTo>
                    <a:pt x="0" y="564782"/>
                  </a:lnTo>
                  <a:close/>
                </a:path>
              </a:pathLst>
            </a:custGeom>
            <a:solidFill>
              <a:srgbClr val="3167EC"/>
            </a:solidFill>
            <a:ln>
              <a:noFill/>
            </a:ln>
          </p:spPr>
          <p:txBody>
            <a:bodyPr wrap="square" lIns="9144" rIns="9144" tIns="9144" bIns="9144"/>
            <a:p/>
          </p:txBody>
        </p:sp>
        <p:sp>
          <p:nvSpPr>
            <p:cNvPr id="218" name="Google Shape;218;p15"/>
            <p:cNvSpPr txBox="1"/>
            <p:nvPr/>
          </p:nvSpPr>
          <p:spPr>
            <a:xfrm>
              <a:off x="0" y="-28575"/>
              <a:ext cx="1423640" cy="59335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4" lIns="9144" spcFirstLastPara="1" rIns="9144" wrap="square" tIns="9144">
              <a:noAutofit/>
            </a:bodyPr>
            <a:lstStyle/>
            <a:p>
              <a:pPr indent="0" lvl="0" marL="0" marR="0" rtl="0" algn="ctr">
                <a:lnSpc>
                  <a:spcPct val="81333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19" name="Google Shape;219;p15"/>
          <p:cNvGrpSpPr/>
          <p:nvPr/>
        </p:nvGrpSpPr>
        <p:grpSpPr>
          <a:xfrm>
            <a:off x="594858" y="5493511"/>
            <a:ext cx="1711907" cy="1542246"/>
            <a:chOff x="0" y="-28575"/>
            <a:chExt cx="897289" cy="808362"/>
          </a:xfrm>
        </p:grpSpPr>
        <p:sp>
          <p:nvSpPr>
            <p:cNvPr id="220" name="Google Shape;220;p15"/>
            <p:cNvSpPr/>
            <p:nvPr/>
          </p:nvSpPr>
          <p:spPr>
            <a:xfrm>
              <a:off x="0" y="0"/>
              <a:ext cx="897289" cy="779787"/>
            </a:xfrm>
            <a:custGeom>
              <a:rect b="b" l="l" r="r" t="t"/>
              <a:pathLst>
                <a:path extrusionOk="0" h="779787" w="897289">
                  <a:moveTo>
                    <a:pt x="0" y="0"/>
                  </a:moveTo>
                  <a:lnTo>
                    <a:pt x="897289" y="0"/>
                  </a:lnTo>
                  <a:lnTo>
                    <a:pt x="897289" y="779787"/>
                  </a:lnTo>
                  <a:lnTo>
                    <a:pt x="0" y="779787"/>
                  </a:lnTo>
                  <a:close/>
                </a:path>
              </a:pathLst>
            </a:custGeom>
            <a:solidFill>
              <a:srgbClr val="3167EC"/>
            </a:solidFill>
            <a:ln>
              <a:noFill/>
            </a:ln>
          </p:spPr>
          <p:txBody>
            <a:bodyPr wrap="square" lIns="9144" rIns="9144" tIns="9144" bIns="9144"/>
            <a:p/>
          </p:txBody>
        </p:sp>
        <p:sp>
          <p:nvSpPr>
            <p:cNvPr id="221" name="Google Shape;221;p15"/>
            <p:cNvSpPr txBox="1"/>
            <p:nvPr/>
          </p:nvSpPr>
          <p:spPr>
            <a:xfrm>
              <a:off x="0" y="-28575"/>
              <a:ext cx="897289" cy="80836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4" lIns="9144" spcFirstLastPara="1" rIns="9144" wrap="square" tIns="9144">
              <a:noAutofit/>
            </a:bodyPr>
            <a:lstStyle/>
            <a:p>
              <a:pPr indent="0" lvl="0" marL="0" marR="0" rtl="0" algn="ctr">
                <a:lnSpc>
                  <a:spcPct val="81333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22" name="Google Shape;222;p15"/>
          <p:cNvGrpSpPr/>
          <p:nvPr/>
        </p:nvGrpSpPr>
        <p:grpSpPr>
          <a:xfrm>
            <a:off x="2738815" y="5565511"/>
            <a:ext cx="1711907" cy="1542246"/>
            <a:chOff x="0" y="-28575"/>
            <a:chExt cx="897289" cy="808362"/>
          </a:xfrm>
        </p:grpSpPr>
        <p:sp>
          <p:nvSpPr>
            <p:cNvPr id="223" name="Google Shape;223;p15"/>
            <p:cNvSpPr/>
            <p:nvPr/>
          </p:nvSpPr>
          <p:spPr>
            <a:xfrm>
              <a:off x="0" y="0"/>
              <a:ext cx="897289" cy="779787"/>
            </a:xfrm>
            <a:custGeom>
              <a:rect b="b" l="l" r="r" t="t"/>
              <a:pathLst>
                <a:path extrusionOk="0" h="779787" w="897289">
                  <a:moveTo>
                    <a:pt x="0" y="0"/>
                  </a:moveTo>
                  <a:lnTo>
                    <a:pt x="897289" y="0"/>
                  </a:lnTo>
                  <a:lnTo>
                    <a:pt x="897289" y="779787"/>
                  </a:lnTo>
                  <a:lnTo>
                    <a:pt x="0" y="779787"/>
                  </a:lnTo>
                  <a:close/>
                </a:path>
              </a:pathLst>
            </a:custGeom>
            <a:solidFill>
              <a:srgbClr val="3167EC"/>
            </a:solidFill>
            <a:ln>
              <a:noFill/>
            </a:ln>
          </p:spPr>
          <p:txBody>
            <a:bodyPr wrap="square" lIns="9144" rIns="9144" tIns="9144" bIns="9144"/>
            <a:p/>
          </p:txBody>
        </p:sp>
        <p:sp>
          <p:nvSpPr>
            <p:cNvPr id="224" name="Google Shape;224;p15"/>
            <p:cNvSpPr txBox="1"/>
            <p:nvPr/>
          </p:nvSpPr>
          <p:spPr>
            <a:xfrm>
              <a:off x="0" y="-28575"/>
              <a:ext cx="897289" cy="80836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4" lIns="9144" spcFirstLastPara="1" rIns="9144" wrap="square" tIns="9144">
              <a:noAutofit/>
            </a:bodyPr>
            <a:lstStyle/>
            <a:p>
              <a:pPr indent="0" lvl="0" marL="0" marR="0" rtl="0" algn="ctr">
                <a:lnSpc>
                  <a:spcPct val="81333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25" name="Google Shape;225;p15"/>
          <p:cNvGrpSpPr/>
          <p:nvPr/>
        </p:nvGrpSpPr>
        <p:grpSpPr>
          <a:xfrm>
            <a:off x="6241279" y="5529511"/>
            <a:ext cx="1711907" cy="1542246"/>
            <a:chOff x="0" y="-28575"/>
            <a:chExt cx="897289" cy="808362"/>
          </a:xfrm>
        </p:grpSpPr>
        <p:sp>
          <p:nvSpPr>
            <p:cNvPr id="226" name="Google Shape;226;p15"/>
            <p:cNvSpPr/>
            <p:nvPr/>
          </p:nvSpPr>
          <p:spPr>
            <a:xfrm>
              <a:off x="0" y="0"/>
              <a:ext cx="897289" cy="779787"/>
            </a:xfrm>
            <a:custGeom>
              <a:rect b="b" l="l" r="r" t="t"/>
              <a:pathLst>
                <a:path extrusionOk="0" h="779787" w="897289">
                  <a:moveTo>
                    <a:pt x="0" y="0"/>
                  </a:moveTo>
                  <a:lnTo>
                    <a:pt x="897289" y="0"/>
                  </a:lnTo>
                  <a:lnTo>
                    <a:pt x="897289" y="779787"/>
                  </a:lnTo>
                  <a:lnTo>
                    <a:pt x="0" y="779787"/>
                  </a:lnTo>
                  <a:close/>
                </a:path>
              </a:pathLst>
            </a:custGeom>
            <a:solidFill>
              <a:srgbClr val="3167EC"/>
            </a:solidFill>
            <a:ln>
              <a:noFill/>
            </a:ln>
          </p:spPr>
          <p:txBody>
            <a:bodyPr wrap="square" lIns="9144" rIns="9144" tIns="9144" bIns="9144"/>
            <a:p/>
          </p:txBody>
        </p:sp>
        <p:sp>
          <p:nvSpPr>
            <p:cNvPr id="227" name="Google Shape;227;p15"/>
            <p:cNvSpPr txBox="1"/>
            <p:nvPr/>
          </p:nvSpPr>
          <p:spPr>
            <a:xfrm>
              <a:off x="0" y="-28575"/>
              <a:ext cx="897289" cy="80836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4" lIns="9144" spcFirstLastPara="1" rIns="9144" wrap="square" tIns="9144">
              <a:noAutofit/>
            </a:bodyPr>
            <a:lstStyle/>
            <a:p>
              <a:pPr indent="0" lvl="0" marL="0" marR="0" rtl="0" algn="ctr">
                <a:lnSpc>
                  <a:spcPct val="81333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28" name="Google Shape;228;p15"/>
          <p:cNvGrpSpPr/>
          <p:nvPr/>
        </p:nvGrpSpPr>
        <p:grpSpPr>
          <a:xfrm>
            <a:off x="8385235" y="5529511"/>
            <a:ext cx="1711907" cy="1542246"/>
            <a:chOff x="0" y="-28575"/>
            <a:chExt cx="897289" cy="808362"/>
          </a:xfrm>
        </p:grpSpPr>
        <p:sp>
          <p:nvSpPr>
            <p:cNvPr id="229" name="Google Shape;229;p15"/>
            <p:cNvSpPr/>
            <p:nvPr/>
          </p:nvSpPr>
          <p:spPr>
            <a:xfrm>
              <a:off x="0" y="0"/>
              <a:ext cx="897289" cy="779787"/>
            </a:xfrm>
            <a:custGeom>
              <a:rect b="b" l="l" r="r" t="t"/>
              <a:pathLst>
                <a:path extrusionOk="0" h="779787" w="897289">
                  <a:moveTo>
                    <a:pt x="0" y="0"/>
                  </a:moveTo>
                  <a:lnTo>
                    <a:pt x="897289" y="0"/>
                  </a:lnTo>
                  <a:lnTo>
                    <a:pt x="897289" y="779787"/>
                  </a:lnTo>
                  <a:lnTo>
                    <a:pt x="0" y="779787"/>
                  </a:lnTo>
                  <a:close/>
                </a:path>
              </a:pathLst>
            </a:custGeom>
            <a:solidFill>
              <a:srgbClr val="3167EC"/>
            </a:solidFill>
            <a:ln>
              <a:noFill/>
            </a:ln>
          </p:spPr>
          <p:txBody>
            <a:bodyPr wrap="square" lIns="9144" rIns="9144" tIns="9144" bIns="9144"/>
            <a:p/>
          </p:txBody>
        </p:sp>
        <p:sp>
          <p:nvSpPr>
            <p:cNvPr id="230" name="Google Shape;230;p15"/>
            <p:cNvSpPr txBox="1"/>
            <p:nvPr/>
          </p:nvSpPr>
          <p:spPr>
            <a:xfrm>
              <a:off x="0" y="-28575"/>
              <a:ext cx="897289" cy="80836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4" lIns="9144" spcFirstLastPara="1" rIns="9144" wrap="square" tIns="9144">
              <a:noAutofit/>
            </a:bodyPr>
            <a:lstStyle/>
            <a:p>
              <a:pPr indent="0" lvl="0" marL="0" marR="0" rtl="0" algn="ctr">
                <a:lnSpc>
                  <a:spcPct val="81333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cxnSp>
        <p:nvCxnSpPr>
          <p:cNvPr id="231" name="Google Shape;231;p15"/>
          <p:cNvCxnSpPr/>
          <p:nvPr/>
        </p:nvCxnSpPr>
        <p:spPr>
          <a:xfrm>
            <a:off x="1882862" y="3219056"/>
            <a:ext cx="1711907" cy="533400"/>
          </a:xfrm>
          <a:prstGeom prst="straightConnector1">
            <a:avLst/>
          </a:prstGeom>
          <a:noFill/>
          <a:ln cap="flat" cmpd="sng" w="38100">
            <a:solidFill>
              <a:srgbClr val="0048E8"/>
            </a:solidFill>
            <a:prstDash val="dot"/>
            <a:round/>
            <a:headEnd len="sm" w="sm" type="none"/>
            <a:tailEnd len="sm" w="sm" type="none"/>
          </a:ln>
        </p:spPr>
      </p:cxnSp>
      <p:cxnSp>
        <p:nvCxnSpPr>
          <p:cNvPr id="232" name="Google Shape;232;p15"/>
          <p:cNvCxnSpPr/>
          <p:nvPr/>
        </p:nvCxnSpPr>
        <p:spPr>
          <a:xfrm flipH="1">
            <a:off x="7097232" y="3219056"/>
            <a:ext cx="1711907" cy="533400"/>
          </a:xfrm>
          <a:prstGeom prst="straightConnector1">
            <a:avLst/>
          </a:prstGeom>
          <a:noFill/>
          <a:ln cap="flat" cmpd="sng" w="38100">
            <a:solidFill>
              <a:srgbClr val="0048E8"/>
            </a:solidFill>
            <a:prstDash val="dot"/>
            <a:round/>
            <a:headEnd len="sm" w="sm" type="none"/>
            <a:tailEnd len="sm" w="sm" type="none"/>
          </a:ln>
        </p:spPr>
      </p:cxnSp>
      <p:cxnSp>
        <p:nvCxnSpPr>
          <p:cNvPr id="233" name="Google Shape;233;p15"/>
          <p:cNvCxnSpPr/>
          <p:nvPr/>
        </p:nvCxnSpPr>
        <p:spPr>
          <a:xfrm flipH="1">
            <a:off x="1450812" y="4774403"/>
            <a:ext cx="2143957" cy="773625"/>
          </a:xfrm>
          <a:prstGeom prst="straightConnector1">
            <a:avLst/>
          </a:prstGeom>
          <a:noFill/>
          <a:ln cap="flat" cmpd="sng" w="38100">
            <a:solidFill>
              <a:srgbClr val="0048E8"/>
            </a:solidFill>
            <a:prstDash val="dot"/>
            <a:round/>
            <a:headEnd len="sm" w="sm" type="none"/>
            <a:tailEnd len="sm" w="sm" type="none"/>
          </a:ln>
        </p:spPr>
      </p:cxnSp>
      <p:cxnSp>
        <p:nvCxnSpPr>
          <p:cNvPr id="234" name="Google Shape;234;p15"/>
          <p:cNvCxnSpPr/>
          <p:nvPr/>
        </p:nvCxnSpPr>
        <p:spPr>
          <a:xfrm>
            <a:off x="3594768" y="4774403"/>
            <a:ext cx="0" cy="845625"/>
          </a:xfrm>
          <a:prstGeom prst="straightConnector1">
            <a:avLst/>
          </a:prstGeom>
          <a:noFill/>
          <a:ln cap="flat" cmpd="sng" w="38100">
            <a:solidFill>
              <a:srgbClr val="0048E8"/>
            </a:solidFill>
            <a:prstDash val="dot"/>
            <a:round/>
            <a:headEnd len="sm" w="sm" type="none"/>
            <a:tailEnd len="sm" w="sm" type="none"/>
          </a:ln>
        </p:spPr>
      </p:cxnSp>
      <p:cxnSp>
        <p:nvCxnSpPr>
          <p:cNvPr id="235" name="Google Shape;235;p15"/>
          <p:cNvCxnSpPr/>
          <p:nvPr/>
        </p:nvCxnSpPr>
        <p:spPr>
          <a:xfrm>
            <a:off x="7097232" y="4774403"/>
            <a:ext cx="2143957" cy="809625"/>
          </a:xfrm>
          <a:prstGeom prst="straightConnector1">
            <a:avLst/>
          </a:prstGeom>
          <a:noFill/>
          <a:ln cap="flat" cmpd="sng" w="38100">
            <a:solidFill>
              <a:srgbClr val="0048E8"/>
            </a:solidFill>
            <a:prstDash val="dot"/>
            <a:round/>
            <a:headEnd len="sm" w="sm" type="none"/>
            <a:tailEnd len="sm" w="sm" type="none"/>
          </a:ln>
        </p:spPr>
      </p:cxnSp>
      <p:cxnSp>
        <p:nvCxnSpPr>
          <p:cNvPr id="236" name="Google Shape;236;p15"/>
          <p:cNvCxnSpPr/>
          <p:nvPr/>
        </p:nvCxnSpPr>
        <p:spPr>
          <a:xfrm>
            <a:off x="7097232" y="4774403"/>
            <a:ext cx="0" cy="809625"/>
          </a:xfrm>
          <a:prstGeom prst="straightConnector1">
            <a:avLst/>
          </a:prstGeom>
          <a:noFill/>
          <a:ln cap="flat" cmpd="sng" w="38100">
            <a:solidFill>
              <a:srgbClr val="0048E8"/>
            </a:solidFill>
            <a:prstDash val="dot"/>
            <a:round/>
            <a:headEnd len="sm" w="sm" type="none"/>
            <a:tailEnd len="sm" w="sm" type="none"/>
          </a:ln>
        </p:spPr>
      </p:cxnSp>
      <p:sp>
        <p:nvSpPr>
          <p:cNvPr id="237" name="Google Shape;237;p15"/>
          <p:cNvSpPr txBox="1"/>
          <p:nvPr/>
        </p:nvSpPr>
        <p:spPr>
          <a:xfrm>
            <a:off x="1170310" y="2511961"/>
            <a:ext cx="1425104" cy="349249"/>
          </a:xfrm>
          <a:prstGeom prst="rect">
            <a:avLst/>
          </a:prstGeom>
          <a:noFill/>
          <a:ln>
            <a:noFill/>
          </a:ln>
        </p:spPr>
        <p:txBody>
          <a:bodyPr anchorCtr="0" anchor="t" bIns="9144" lIns="9144" spcFirstLastPara="1" rIns="9144" wrap="square" tIns="9144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16" u="none" cap="none" strike="noStrike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Ildiz tugunlari</a:t>
            </a:r>
            <a:endParaRPr/>
          </a:p>
        </p:txBody>
      </p:sp>
      <p:sp>
        <p:nvSpPr>
          <p:cNvPr id="238" name="Google Shape;238;p15"/>
          <p:cNvSpPr txBox="1"/>
          <p:nvPr/>
        </p:nvSpPr>
        <p:spPr>
          <a:xfrm>
            <a:off x="4633448" y="2509646"/>
            <a:ext cx="1425104" cy="349249"/>
          </a:xfrm>
          <a:prstGeom prst="rect">
            <a:avLst/>
          </a:prstGeom>
          <a:noFill/>
          <a:ln>
            <a:noFill/>
          </a:ln>
        </p:spPr>
        <p:txBody>
          <a:bodyPr anchorCtr="0" anchor="t" bIns="9144" lIns="9144" spcFirstLastPara="1" rIns="9144" wrap="square" tIns="9144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16" u="none" cap="none" strike="noStrike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Ildiz tugunlari</a:t>
            </a:r>
            <a:endParaRPr/>
          </a:p>
        </p:txBody>
      </p:sp>
      <p:sp>
        <p:nvSpPr>
          <p:cNvPr id="239" name="Google Shape;239;p15"/>
          <p:cNvSpPr txBox="1"/>
          <p:nvPr/>
        </p:nvSpPr>
        <p:spPr>
          <a:xfrm>
            <a:off x="8100673" y="2509646"/>
            <a:ext cx="1425104" cy="349249"/>
          </a:xfrm>
          <a:prstGeom prst="rect">
            <a:avLst/>
          </a:prstGeom>
          <a:noFill/>
          <a:ln>
            <a:noFill/>
          </a:ln>
        </p:spPr>
        <p:txBody>
          <a:bodyPr anchorCtr="0" anchor="t" bIns="9144" lIns="9144" spcFirstLastPara="1" rIns="9144" wrap="square" tIns="9144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16" u="none" cap="none" strike="noStrike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Ildiz tugunlari</a:t>
            </a:r>
            <a:endParaRPr/>
          </a:p>
        </p:txBody>
      </p:sp>
      <p:sp>
        <p:nvSpPr>
          <p:cNvPr id="240" name="Google Shape;240;p15"/>
          <p:cNvSpPr txBox="1"/>
          <p:nvPr/>
        </p:nvSpPr>
        <p:spPr>
          <a:xfrm>
            <a:off x="2712701" y="4065127"/>
            <a:ext cx="1764134" cy="349249"/>
          </a:xfrm>
          <a:prstGeom prst="rect">
            <a:avLst/>
          </a:prstGeom>
          <a:noFill/>
          <a:ln>
            <a:noFill/>
          </a:ln>
        </p:spPr>
        <p:txBody>
          <a:bodyPr anchorCtr="0" anchor="t" bIns="9144" lIns="9144" spcFirstLastPara="1" rIns="9144" wrap="square" tIns="9144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86" u="none" cap="none" strike="noStrike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Oraliq tugunlar</a:t>
            </a:r>
            <a:endParaRPr/>
          </a:p>
        </p:txBody>
      </p:sp>
      <p:sp>
        <p:nvSpPr>
          <p:cNvPr id="241" name="Google Shape;241;p15"/>
          <p:cNvSpPr txBox="1"/>
          <p:nvPr/>
        </p:nvSpPr>
        <p:spPr>
          <a:xfrm>
            <a:off x="6215165" y="4064992"/>
            <a:ext cx="1764134" cy="349249"/>
          </a:xfrm>
          <a:prstGeom prst="rect">
            <a:avLst/>
          </a:prstGeom>
          <a:noFill/>
          <a:ln>
            <a:noFill/>
          </a:ln>
        </p:spPr>
        <p:txBody>
          <a:bodyPr anchorCtr="0" anchor="t" bIns="9144" lIns="9144" spcFirstLastPara="1" rIns="9144" wrap="square" tIns="9144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86" u="none" cap="none" strike="noStrike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Oraliq tugunlar</a:t>
            </a:r>
            <a:endParaRPr/>
          </a:p>
        </p:txBody>
      </p:sp>
      <p:sp>
        <p:nvSpPr>
          <p:cNvPr id="242" name="Google Shape;242;p15"/>
          <p:cNvSpPr txBox="1"/>
          <p:nvPr/>
        </p:nvSpPr>
        <p:spPr>
          <a:xfrm>
            <a:off x="1062668" y="5990213"/>
            <a:ext cx="776288" cy="701674"/>
          </a:xfrm>
          <a:prstGeom prst="rect">
            <a:avLst/>
          </a:prstGeom>
          <a:noFill/>
          <a:ln>
            <a:noFill/>
          </a:ln>
        </p:spPr>
        <p:txBody>
          <a:bodyPr anchorCtr="0" anchor="t" bIns="9144" lIns="9144" spcFirstLastPara="1" rIns="9144" wrap="square" tIns="9144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00" u="none" cap="none" strike="noStrike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Barg</a:t>
            </a:r>
            <a:endParaRPr/>
          </a:p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94" u="none" cap="none" strike="noStrike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tugunlari</a:t>
            </a:r>
            <a:endParaRPr/>
          </a:p>
        </p:txBody>
      </p:sp>
      <p:sp>
        <p:nvSpPr>
          <p:cNvPr id="243" name="Google Shape;243;p15"/>
          <p:cNvSpPr txBox="1"/>
          <p:nvPr/>
        </p:nvSpPr>
        <p:spPr>
          <a:xfrm>
            <a:off x="3206624" y="5988273"/>
            <a:ext cx="776288" cy="701674"/>
          </a:xfrm>
          <a:prstGeom prst="rect">
            <a:avLst/>
          </a:prstGeom>
          <a:noFill/>
          <a:ln>
            <a:noFill/>
          </a:ln>
        </p:spPr>
        <p:txBody>
          <a:bodyPr anchorCtr="0" anchor="t" bIns="9144" lIns="9144" spcFirstLastPara="1" rIns="9144" wrap="square" tIns="9144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00" u="none" cap="none" strike="noStrike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Barg</a:t>
            </a:r>
            <a:endParaRPr/>
          </a:p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94" u="none" cap="none" strike="noStrike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tugunlari</a:t>
            </a:r>
            <a:endParaRPr/>
          </a:p>
        </p:txBody>
      </p:sp>
      <p:sp>
        <p:nvSpPr>
          <p:cNvPr id="244" name="Google Shape;244;p15"/>
          <p:cNvSpPr txBox="1"/>
          <p:nvPr/>
        </p:nvSpPr>
        <p:spPr>
          <a:xfrm>
            <a:off x="6719322" y="5954213"/>
            <a:ext cx="776288" cy="701674"/>
          </a:xfrm>
          <a:prstGeom prst="rect">
            <a:avLst/>
          </a:prstGeom>
          <a:noFill/>
          <a:ln>
            <a:noFill/>
          </a:ln>
        </p:spPr>
        <p:txBody>
          <a:bodyPr anchorCtr="0" anchor="t" bIns="9144" lIns="9144" spcFirstLastPara="1" rIns="9144" wrap="square" tIns="9144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00" u="none" cap="none" strike="noStrike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Barg</a:t>
            </a:r>
            <a:endParaRPr/>
          </a:p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94" u="none" cap="none" strike="noStrike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tugunlari</a:t>
            </a:r>
            <a:endParaRPr/>
          </a:p>
        </p:txBody>
      </p:sp>
      <p:sp>
        <p:nvSpPr>
          <p:cNvPr id="245" name="Google Shape;245;p15"/>
          <p:cNvSpPr txBox="1"/>
          <p:nvPr/>
        </p:nvSpPr>
        <p:spPr>
          <a:xfrm>
            <a:off x="8863278" y="5952273"/>
            <a:ext cx="776288" cy="701674"/>
          </a:xfrm>
          <a:prstGeom prst="rect">
            <a:avLst/>
          </a:prstGeom>
          <a:noFill/>
          <a:ln>
            <a:noFill/>
          </a:ln>
        </p:spPr>
        <p:txBody>
          <a:bodyPr anchorCtr="0" anchor="t" bIns="9144" lIns="9144" spcFirstLastPara="1" rIns="9144" wrap="square" tIns="9144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00" u="none" cap="none" strike="noStrike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Barg</a:t>
            </a:r>
            <a:endParaRPr/>
          </a:p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31" u="none" cap="none" strike="noStrike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Tugunlar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