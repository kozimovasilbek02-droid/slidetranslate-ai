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1E3A8A"/>
                </a:solidFill>
              </a:defRPr>
            </a:pPr>
            <a:r>
              <a:rPr/>
              <a:t>2030-yilgi Strategik Yo'l Xaritasi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rPr/>
              <a:t>Raqamli Transformatsiya va Global Innovatsiyalarni Jadallashtirish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/>
              <a:t>• Sun'iy intellekt asosida ish jarayonlarini optimallashtirish</a:t>
            </a:r>
          </a:p>
          <a:p>
            <a:pPr>
              <a:defRPr sz="1600"/>
            </a:pPr>
            <a:r>
              <a:t>• Yuqori aniqlikdagi mahalliylashtirish va tarjima</a:t>
            </a:r>
          </a:p>
          <a:p>
            <a:pPr>
              <a:defRPr sz="1600"/>
            </a:pPr>
            <a:r>
              <a:rPr/>
              <a:t>• Korxona tizimlariga uzluksiz integratsiya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Choraklik Muhim Bosqichlar va Maqsadli Natijalar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01168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914400">
                <a:tc>
                  <a:txBody>
                    <a:bodyPr wrap="square"/>
                    <a:lstStyle/>
                    <a:p>
                      <a:r>
                        <a:rPr/>
                        <a:t>Bosqich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Maqsad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Kutilayotgan Muddat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/>
                        <a:t>2026-yil 1-chorak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/>
                        <a:t>Asosiy Dvigatel Arxitekturasi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31-mart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/>
                        <a:t>2026-yil 2-chorak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/>
                        <a:t>To'liq Platformani Ishga Tushirish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30-iyun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