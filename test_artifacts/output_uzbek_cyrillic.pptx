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1E3A8A"/>
                </a:solidFill>
              </a:defRPr>
            </a:pPr>
            <a:r>
              <a:rPr/>
              <a:t>2030-йилги Стратегик Ёъл Харитаси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Рақамли Трансформация ва Глобал Инновацияларни Жадаллаштириш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/>
              <a:t>• Сунъий интеллект асосида иш жараёнларини оптималлаштириш</a:t>
            </a:r>
          </a:p>
          <a:p>
            <a:pPr>
              <a:defRPr sz="1600"/>
            </a:pPr>
            <a:r>
              <a:t>• Юқори аниқликдаги маҳаллийлаштириш ва таржима</a:t>
            </a:r>
          </a:p>
          <a:p>
            <a:pPr>
              <a:defRPr sz="1600"/>
            </a:pPr>
            <a:r>
              <a:rPr/>
              <a:t>• Корхона тизимларига узлуксиз интеграция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Чораклик Муҳим Босқичлар ва Мақсадли Натижалар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01168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914400">
                <a:tc>
                  <a:txBody>
                    <a:bodyPr wrap="square"/>
                    <a:lstStyle/>
                    <a:p>
                      <a:r>
                        <a:rPr/>
                        <a:t>Босқич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Мақсад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Кутилаётган Муддат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/>
                        <a:t>2026-йил 1-чорак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/>
                        <a:t>Асосий Двигател Архитектураси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31-март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/>
                        <a:t>2026-йил 2-чорак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/>
                        <a:t>Тўлиқ Платформани Ишга Тушириш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30-июн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