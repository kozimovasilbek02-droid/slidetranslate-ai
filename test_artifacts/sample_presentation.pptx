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3A8A"/>
                </a:solidFill>
              </a:defRPr>
            </a:pPr>
            <a:r>
              <a:t>Strategic Roadmap 2030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Accelerating Digital Transformation &amp; Global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AI-driven workflow optimization</a:t>
            </a:r>
          </a:p>
          <a:p>
            <a:pPr>
              <a:defRPr sz="1600"/>
            </a:pPr>
            <a:r>
              <a:t>• High-precision localization and translation</a:t>
            </a:r>
          </a:p>
          <a:p>
            <a:pPr>
              <a:defRPr sz="1600"/>
            </a:pPr>
            <a:r>
              <a:t>• Seamless enterprise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Quarterly Milestones &amp; Target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9144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 Timeline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Q1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Engine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March 31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Platform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June 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