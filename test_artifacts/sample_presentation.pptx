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1E3A8A"/>
                </a:solidFill>
              </a:defRPr>
            </a:pPr>
            <a:r>
              <a:t>Strategic Roadmap 2030</a:t>
            </a:r>
          </a:p>
          <a:p>
            <a:pPr>
              <a:defRPr sz="2000">
                <a:solidFill>
                  <a:srgbClr val="4B5563"/>
                </a:solidFill>
              </a:defRPr>
            </a:pPr>
            <a:r>
              <a:t>Accelerating Digital Transformation &amp; Global Innovation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50292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• AI-driven workflow optimization</a:t>
            </a:r>
          </a:p>
          <a:p>
            <a:pPr>
              <a:defRPr sz="1600"/>
            </a:pPr>
            <a:r>
              <a:t>• High-precision localization and translation</a:t>
            </a:r>
          </a:p>
          <a:p>
            <a:pPr>
              <a:defRPr sz="1600"/>
            </a:pPr>
            <a:r>
              <a:t>• Seamless enterprise integration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Quarterly Milestones &amp; Target Deliverables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2011680"/>
          <a:ext cx="10058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914400">
                <a:tc>
                  <a:txBody>
                    <a:bodyPr/>
                    <a:lstStyle/>
                    <a:p>
                      <a:r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Objective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Expected Timeline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Q1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Core Engine Architecture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March 31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Q2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Full Platform Rollout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June 30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